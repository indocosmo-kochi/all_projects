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a84b78482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a84b78482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358475" y="223025"/>
            <a:ext cx="1213500" cy="34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293382" y="820350"/>
            <a:ext cx="1459300" cy="12631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Exists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5193650" y="1281350"/>
            <a:ext cx="1315175" cy="3411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536525" y="1281350"/>
            <a:ext cx="1315175" cy="3411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Registration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341228" y="1946700"/>
            <a:ext cx="1399800" cy="1185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997588" y="2401200"/>
            <a:ext cx="1315175" cy="3411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425838" y="3455925"/>
            <a:ext cx="1315175" cy="3411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3931050" y="564125"/>
            <a:ext cx="1968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1943313" y="1658875"/>
            <a:ext cx="1968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2734525" y="2466857"/>
            <a:ext cx="2631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942622" y="3173403"/>
            <a:ext cx="1968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4841613" y="1354257"/>
            <a:ext cx="2631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957825" y="1369200"/>
            <a:ext cx="263100" cy="19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597738" y="1354257"/>
            <a:ext cx="2631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860850" y="1250000"/>
            <a:ext cx="1551000" cy="5730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Username</a:t>
            </a:r>
            <a:br>
              <a:rPr lang="en"/>
            </a:br>
            <a:r>
              <a:rPr lang="en"/>
              <a:t>Password</a:t>
            </a:r>
            <a:br>
              <a:rPr lang="en"/>
            </a:b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4668875" y="2401200"/>
            <a:ext cx="1759500" cy="14922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Username</a:t>
            </a:r>
            <a:br>
              <a:rPr lang="en"/>
            </a:br>
            <a:r>
              <a:rPr lang="en"/>
              <a:t>Password</a:t>
            </a:r>
            <a:br>
              <a:rPr lang="en"/>
            </a:br>
            <a:r>
              <a:rPr lang="en"/>
              <a:t>Email</a:t>
            </a:r>
            <a:br>
              <a:rPr lang="en"/>
            </a:br>
            <a:r>
              <a:rPr lang="en"/>
              <a:t>Phone</a:t>
            </a:r>
            <a:br>
              <a:rPr lang="en"/>
            </a:b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4359293" y="2466850"/>
            <a:ext cx="6411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342425" y="4193075"/>
            <a:ext cx="1551000" cy="4686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Gmail</a:t>
            </a:r>
            <a:br>
              <a:rPr lang="en"/>
            </a:b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1942622" y="3859203"/>
            <a:ext cx="1968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7031600" y="4289300"/>
            <a:ext cx="1315175" cy="3411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7537950" y="1823000"/>
            <a:ext cx="196800" cy="2473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5482050" y="2028800"/>
            <a:ext cx="196800" cy="341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4191000" y="1910275"/>
            <a:ext cx="1459200" cy="195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2879675" y="4362200"/>
            <a:ext cx="4049700" cy="19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416675" y="208350"/>
            <a:ext cx="2109600" cy="13674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completed</a:t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338550" y="1966275"/>
            <a:ext cx="1758000" cy="18360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br>
              <a:rPr lang="en"/>
            </a:br>
            <a:r>
              <a:rPr lang="en"/>
              <a:t>Documents</a:t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2916825" y="716175"/>
            <a:ext cx="1758000" cy="35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2539200" y="785160"/>
            <a:ext cx="377700" cy="24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378825" y="1560650"/>
            <a:ext cx="208200" cy="4365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
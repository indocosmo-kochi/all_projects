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35b5d96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a35b5d96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a35b5d96f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a35b5d96f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a35b5d96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a35b5d96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a35b5d96f7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a35b5d96f7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35b5d96f7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35b5d96f7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35b5d96f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a35b5d96f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302750" y="14091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SAVAN’S PROJECTS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219225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E-Commerce website</a:t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872100" y="744825"/>
            <a:ext cx="7399800" cy="45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Name : Outlet4f  |  Project Members: Deepak Dev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Technologies : </a:t>
            </a:r>
            <a:br>
              <a:rPr lang="en"/>
            </a:br>
            <a:r>
              <a:rPr lang="en"/>
              <a:t>Magento 2.3     [Php , Mysql]  |  Server : Core 17 …….Amazon AWS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Tasks Completed:-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Admin can add products …..??????</a:t>
            </a:r>
            <a:endParaRPr>
              <a:solidFill>
                <a:srgbClr val="FF0000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>
                <a:solidFill>
                  <a:srgbClr val="FFFFFF"/>
                </a:solidFill>
              </a:rPr>
              <a:t>Payment methods implemented - Cash on delivery and Bank transfers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>
                <a:solidFill>
                  <a:srgbClr val="FFFFFF"/>
                </a:solidFill>
              </a:rPr>
              <a:t>Installed Magento. UX design of front end pages .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>
                <a:solidFill>
                  <a:srgbClr val="FFFFFF"/>
                </a:solidFill>
              </a:rPr>
              <a:t>Supported  product creation process by the customer personnel.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Future Work Planned :-</a:t>
            </a:r>
            <a:endParaRPr b="1" sz="1600"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>
                <a:solidFill>
                  <a:srgbClr val="FFFFFF"/>
                </a:solidFill>
              </a:rPr>
              <a:t>Integrate with Unicenter POS …… Look for a more modern POS?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>
                <a:solidFill>
                  <a:srgbClr val="FFFFFF"/>
                </a:solidFill>
              </a:rPr>
              <a:t>Multiple type of payment gateways … Cash on Delivery and PayPal exist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Tasks Pending :-</a:t>
            </a:r>
            <a:endParaRPr b="1" sz="1600"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>
                <a:solidFill>
                  <a:srgbClr val="FFFFFF"/>
                </a:solidFill>
              </a:rPr>
              <a:t>Paypal integration pending for UAT (User Acceptance testing)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>
                <a:solidFill>
                  <a:srgbClr val="FFFFFF"/>
                </a:solidFill>
              </a:rPr>
              <a:t>BAIOPA payment pending - Credentials are not received 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</a:t>
            </a:r>
            <a:br>
              <a:rPr lang="en"/>
            </a:br>
            <a:r>
              <a:rPr lang="en"/>
              <a:t>        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E-Commerce website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449900" y="968575"/>
            <a:ext cx="5838300" cy="10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Name : Blackwhite website  |  Project Members: Deepak Dev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Technologies : </a:t>
            </a:r>
            <a:br>
              <a:rPr lang="en"/>
            </a:br>
            <a:r>
              <a:rPr lang="en"/>
              <a:t>Magento 2.3     [Php , Mysql]  |  Server : 30Gb ,  Amazon AWS                        </a:t>
            </a:r>
            <a:br>
              <a:rPr lang="en"/>
            </a:br>
            <a:r>
              <a:rPr lang="en"/>
              <a:t>        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457425" y="1979275"/>
            <a:ext cx="73338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Functionality :-</a:t>
            </a:r>
            <a:endParaRPr b="1"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Admin can add products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Cash on delivery and Bank transfer , paypal payment methods are implemented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Installed a new theme on the website.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entry is handled by the client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1457425" y="3079025"/>
            <a:ext cx="73338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Scalability :-</a:t>
            </a:r>
            <a:endParaRPr b="1"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Planning to integrate with POS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Multiple type of payment gateways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Integrate it with Repair application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1484725" y="4082150"/>
            <a:ext cx="73338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Pending :-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●"/>
            </a:pPr>
            <a:r>
              <a:rPr lang="en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BAIOPA payment credentials are not received 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Project 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Name : Repair Management System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Project Members: Udhayan G, Deepak Dev,Sony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Technologies: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Front-End : Angular 10+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  Back-End : Node Js 13+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  Database : MySql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Requirement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Registration/Login  Process  and Roles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Char char="●"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 can fill the details in the signup page and submit their registration. After email/sms verification they can login into the application.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Users can use social login (Google,Facebook,etc) or manual signup and login process to use this application. Social Login is single sign-on for end users.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Char char="●"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Using existing login information from a social network provider like Facebook, Twitter, or Google, the user can sign into this application instead of creating a new account specifically for this application.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Roles: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1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Customer- who can made repair request.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1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Technician-The person who work the repair request.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b="1"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Admin - the person who can manage both customer and technician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Repair Request Process: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  <a:p>
            <a:pPr indent="-29845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register a new repair request, users must have logged into the system by using either social login or traditional way.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Users can search and select their product in the application during the repair request registration.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the product is not found, he/she can add the product and submit for admin approval. 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the approval of admin customer can add the product in their repair request. 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submitting the repair request the application will create a job id, by using this job id user can track their request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Admin will assign the job to the technician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Technician will start working on it and technician can change the status when the repair process status changed. 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possible status are booked in, waiting for parts, repairing, completed.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 will receive the status change notification through sms and email.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251650" y="1740575"/>
            <a:ext cx="5632500" cy="23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Multiple categories and attributes for products same like magento.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Integration with POS and website 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application may use </a:t>
            </a: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 shops</a:t>
            </a: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in future.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application may sell as a product in future.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
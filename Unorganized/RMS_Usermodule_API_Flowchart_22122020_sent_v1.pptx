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265f397e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265f397e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265f397e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265f397e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67600" y="1456225"/>
            <a:ext cx="7336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User module API | RMS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82200" y="406700"/>
            <a:ext cx="7479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1889150" y="321350"/>
            <a:ext cx="1075800" cy="4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371674" y="406700"/>
            <a:ext cx="12987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Username &amp; password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077100" y="249250"/>
            <a:ext cx="1443000" cy="106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 party app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6596300" y="325450"/>
            <a:ext cx="984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call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953100" y="931425"/>
            <a:ext cx="1298700" cy="12333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login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827525" y="969075"/>
            <a:ext cx="6897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8251800" y="1246825"/>
            <a:ext cx="6897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880275" y="1614250"/>
            <a:ext cx="1075800" cy="106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2594600" y="1918550"/>
            <a:ext cx="21777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Username &amp; password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15400" y="1990700"/>
            <a:ext cx="1574400" cy="3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 check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77325" y="2781250"/>
            <a:ext cx="1718700" cy="13512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generation according to role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2582575" y="3161700"/>
            <a:ext cx="17187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 with true</a:t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721450" y="2832150"/>
            <a:ext cx="1718700" cy="13512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create with username and ,Return Token</a:t>
            </a:r>
            <a:endParaRPr/>
          </a:p>
        </p:txBody>
      </p:sp>
      <p:cxnSp>
        <p:nvCxnSpPr>
          <p:cNvPr id="73" name="Google Shape;73;p14"/>
          <p:cNvCxnSpPr>
            <a:stCxn id="68" idx="3"/>
            <a:endCxn id="67" idx="5"/>
          </p:cNvCxnSpPr>
          <p:nvPr/>
        </p:nvCxnSpPr>
        <p:spPr>
          <a:xfrm flipH="1" rot="10800000">
            <a:off x="4772300" y="2145500"/>
            <a:ext cx="2409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>
            <a:stCxn id="68" idx="1"/>
            <a:endCxn id="69" idx="3"/>
          </p:cNvCxnSpPr>
          <p:nvPr/>
        </p:nvCxnSpPr>
        <p:spPr>
          <a:xfrm rot="10800000">
            <a:off x="2289800" y="2148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>
            <a:stCxn id="69" idx="2"/>
            <a:endCxn id="70" idx="1"/>
          </p:cNvCxnSpPr>
          <p:nvPr/>
        </p:nvCxnSpPr>
        <p:spPr>
          <a:xfrm>
            <a:off x="1502600" y="2305700"/>
            <a:ext cx="3000" cy="4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>
            <a:stCxn id="67" idx="2"/>
            <a:endCxn id="64" idx="1"/>
          </p:cNvCxnSpPr>
          <p:nvPr/>
        </p:nvCxnSpPr>
        <p:spPr>
          <a:xfrm flipH="1" rot="10800000">
            <a:off x="5823250" y="1547950"/>
            <a:ext cx="1129800" cy="597600"/>
          </a:xfrm>
          <a:prstGeom prst="bentConnector3">
            <a:avLst>
              <a:gd fmla="val 558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>
            <a:stCxn id="62" idx="2"/>
            <a:endCxn id="64" idx="0"/>
          </p:cNvCxnSpPr>
          <p:nvPr/>
        </p:nvCxnSpPr>
        <p:spPr>
          <a:xfrm>
            <a:off x="6387275" y="780550"/>
            <a:ext cx="1215300" cy="15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>
            <a:stCxn id="72" idx="2"/>
            <a:endCxn id="64" idx="2"/>
          </p:cNvCxnSpPr>
          <p:nvPr/>
        </p:nvCxnSpPr>
        <p:spPr>
          <a:xfrm flipH="1" rot="10800000">
            <a:off x="6271250" y="2164650"/>
            <a:ext cx="1331100" cy="134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>
            <a:stCxn id="71" idx="3"/>
            <a:endCxn id="72" idx="5"/>
          </p:cNvCxnSpPr>
          <p:nvPr/>
        </p:nvCxnSpPr>
        <p:spPr>
          <a:xfrm>
            <a:off x="4301275" y="3493200"/>
            <a:ext cx="5892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>
            <a:stCxn id="70" idx="3"/>
            <a:endCxn id="71" idx="1"/>
          </p:cNvCxnSpPr>
          <p:nvPr/>
        </p:nvCxnSpPr>
        <p:spPr>
          <a:xfrm rot="-5400000">
            <a:off x="1555525" y="3105400"/>
            <a:ext cx="639300" cy="1414800"/>
          </a:xfrm>
          <a:prstGeom prst="bentConnector4">
            <a:avLst>
              <a:gd fmla="val -37248" name="adj1"/>
              <a:gd fmla="val 8633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>
            <a:stCxn id="59" idx="3"/>
            <a:endCxn id="60" idx="1"/>
          </p:cNvCxnSpPr>
          <p:nvPr/>
        </p:nvCxnSpPr>
        <p:spPr>
          <a:xfrm>
            <a:off x="1430100" y="551000"/>
            <a:ext cx="45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4"/>
          <p:cNvCxnSpPr>
            <a:stCxn id="60" idx="3"/>
            <a:endCxn id="61" idx="1"/>
          </p:cNvCxnSpPr>
          <p:nvPr/>
        </p:nvCxnSpPr>
        <p:spPr>
          <a:xfrm>
            <a:off x="2964950" y="551000"/>
            <a:ext cx="406800" cy="855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62" idx="5"/>
            <a:endCxn id="61" idx="3"/>
          </p:cNvCxnSpPr>
          <p:nvPr/>
        </p:nvCxnSpPr>
        <p:spPr>
          <a:xfrm rot="10800000">
            <a:off x="4670225" y="636250"/>
            <a:ext cx="539700" cy="144300"/>
          </a:xfrm>
          <a:prstGeom prst="bentConnector3">
            <a:avLst>
              <a:gd fmla="val 622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4"/>
          <p:cNvSpPr/>
          <p:nvPr/>
        </p:nvSpPr>
        <p:spPr>
          <a:xfrm>
            <a:off x="8039100" y="4494075"/>
            <a:ext cx="9840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7969175" y="2968900"/>
            <a:ext cx="1075800" cy="5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Username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</a:t>
            </a:r>
            <a:endParaRPr/>
          </a:p>
        </p:txBody>
      </p:sp>
      <p:cxnSp>
        <p:nvCxnSpPr>
          <p:cNvPr id="86" name="Google Shape;86;p14"/>
          <p:cNvCxnSpPr>
            <a:stCxn id="85" idx="0"/>
            <a:endCxn id="64" idx="3"/>
          </p:cNvCxnSpPr>
          <p:nvPr/>
        </p:nvCxnSpPr>
        <p:spPr>
          <a:xfrm flipH="1" rot="5400000">
            <a:off x="7669025" y="2130850"/>
            <a:ext cx="1420800" cy="255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85" idx="2"/>
            <a:endCxn id="84" idx="0"/>
          </p:cNvCxnSpPr>
          <p:nvPr/>
        </p:nvCxnSpPr>
        <p:spPr>
          <a:xfrm>
            <a:off x="8507075" y="3566500"/>
            <a:ext cx="24000" cy="9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656175" y="328575"/>
            <a:ext cx="7479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288425" y="976625"/>
            <a:ext cx="1510500" cy="13020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login status using token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4168350" y="978550"/>
            <a:ext cx="1510500" cy="13020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role using username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2148550" y="978550"/>
            <a:ext cx="1322400" cy="130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valid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519900" y="976625"/>
            <a:ext cx="1322400" cy="130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valid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6036200" y="3086100"/>
            <a:ext cx="2382900" cy="6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data according to the API</a:t>
            </a:r>
            <a:endParaRPr/>
          </a:p>
        </p:txBody>
      </p:sp>
      <p:cxnSp>
        <p:nvCxnSpPr>
          <p:cNvPr id="98" name="Google Shape;98;p15"/>
          <p:cNvCxnSpPr>
            <a:stCxn id="97" idx="0"/>
            <a:endCxn id="96" idx="2"/>
          </p:cNvCxnSpPr>
          <p:nvPr/>
        </p:nvCxnSpPr>
        <p:spPr>
          <a:xfrm rot="10800000">
            <a:off x="7181150" y="2278500"/>
            <a:ext cx="46500" cy="8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>
            <a:stCxn id="96" idx="1"/>
            <a:endCxn id="94" idx="2"/>
          </p:cNvCxnSpPr>
          <p:nvPr/>
        </p:nvCxnSpPr>
        <p:spPr>
          <a:xfrm flipH="1">
            <a:off x="5516100" y="1627625"/>
            <a:ext cx="10038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>
            <a:stCxn id="94" idx="5"/>
            <a:endCxn id="95" idx="3"/>
          </p:cNvCxnSpPr>
          <p:nvPr/>
        </p:nvCxnSpPr>
        <p:spPr>
          <a:xfrm rot="10800000">
            <a:off x="3471000" y="1629550"/>
            <a:ext cx="86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>
            <a:stCxn id="95" idx="1"/>
            <a:endCxn id="93" idx="2"/>
          </p:cNvCxnSpPr>
          <p:nvPr/>
        </p:nvCxnSpPr>
        <p:spPr>
          <a:xfrm rot="10800000">
            <a:off x="1636150" y="1627750"/>
            <a:ext cx="512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>
            <a:stCxn id="92" idx="2"/>
            <a:endCxn id="93" idx="0"/>
          </p:cNvCxnSpPr>
          <p:nvPr/>
        </p:nvCxnSpPr>
        <p:spPr>
          <a:xfrm>
            <a:off x="1030125" y="617175"/>
            <a:ext cx="135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/>
          <p:nvPr/>
        </p:nvSpPr>
        <p:spPr>
          <a:xfrm>
            <a:off x="6867450" y="4595775"/>
            <a:ext cx="7479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104" name="Google Shape;104;p15"/>
          <p:cNvCxnSpPr>
            <a:stCxn id="97" idx="2"/>
            <a:endCxn id="103" idx="0"/>
          </p:cNvCxnSpPr>
          <p:nvPr/>
        </p:nvCxnSpPr>
        <p:spPr>
          <a:xfrm>
            <a:off x="7227650" y="3724200"/>
            <a:ext cx="13800" cy="8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5"/>
          <p:cNvSpPr/>
          <p:nvPr/>
        </p:nvSpPr>
        <p:spPr>
          <a:xfrm>
            <a:off x="2435800" y="4595775"/>
            <a:ext cx="7479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8254500" y="1503875"/>
            <a:ext cx="747900" cy="28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107" name="Google Shape;107;p15"/>
          <p:cNvCxnSpPr>
            <a:stCxn id="95" idx="2"/>
            <a:endCxn id="105" idx="0"/>
          </p:cNvCxnSpPr>
          <p:nvPr/>
        </p:nvCxnSpPr>
        <p:spPr>
          <a:xfrm>
            <a:off x="2809750" y="2280550"/>
            <a:ext cx="0" cy="23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5"/>
          <p:cNvCxnSpPr>
            <a:stCxn id="96" idx="3"/>
            <a:endCxn id="106" idx="1"/>
          </p:cNvCxnSpPr>
          <p:nvPr/>
        </p:nvCxnSpPr>
        <p:spPr>
          <a:xfrm>
            <a:off x="7842300" y="1627625"/>
            <a:ext cx="4122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
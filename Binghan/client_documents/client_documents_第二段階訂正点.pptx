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CAA572-6857-4904-ABDD-ACD6CF53B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5AC6168-E3E4-470B-97D4-14E1D3BBC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7F34B9-8504-4008-9ED0-05FAAFB70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31911-70D2-421E-8335-6D5B77BB68D8}" type="datetimeFigureOut">
              <a:rPr kumimoji="1" lang="ja-JP" altLang="en-US" smtClean="0"/>
              <a:t>2020/6/10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3E1B50-81FC-4E20-A7E0-69E70BCB9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267749-B836-4973-94F8-B354C1910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C999-CAF4-4564-98F3-01219FCC56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71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C624E4-D90F-4465-B55D-CCF19F2A2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B40FDC-CAB5-4D69-B130-6666BA4C4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159FD8-B53D-42E9-AE8B-88281518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31911-70D2-421E-8335-6D5B77BB68D8}" type="datetimeFigureOut">
              <a:rPr kumimoji="1" lang="ja-JP" altLang="en-US" smtClean="0"/>
              <a:t>2020/6/10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9219E7-8703-4995-BC37-E949973D8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6C34EB-C434-44FB-B047-6E5022E24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C999-CAF4-4564-98F3-01219FCC56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4442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E8295D-7E9F-478C-894F-CD3B108A3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A466C9-334F-4720-A804-3F1FAA5F6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4AF9A7-DBA7-4864-A1C3-16ACAA32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31911-70D2-421E-8335-6D5B77BB68D8}" type="datetimeFigureOut">
              <a:rPr kumimoji="1" lang="ja-JP" altLang="en-US" smtClean="0"/>
              <a:t>2020/6/10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ADAD90-5B3C-456E-BDF4-C3846081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60F44C-1A54-453E-B641-EDE1B5769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C999-CAF4-4564-98F3-01219FCC56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7207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D85AB9-FDEA-45F9-9BCA-AAF19B3AD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9F2420-6EBB-4B1C-9C62-CCAB984628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EE6B188-3D53-4B0A-96A1-1EBC34DB9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2DF4DC-AFDE-4D0E-AD92-3964503E8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31911-70D2-421E-8335-6D5B77BB68D8}" type="datetimeFigureOut">
              <a:rPr kumimoji="1" lang="ja-JP" altLang="en-US" smtClean="0"/>
              <a:t>2020/6/10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0BF88B-3423-4C03-ACC6-2EA49582A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0D5E26-FEED-4441-9EE4-0C5048525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C999-CAF4-4564-98F3-01219FCC56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4167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CCD138-E4A8-4316-A9AD-D5359BFD6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8461F6C-62ED-4DE8-9808-451D64576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1E32D3E-4D2E-4735-864D-1CB574081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FB95B78-8AFF-4262-BCA7-010F11BFFF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1624EFF-0E80-47E2-A28C-7814F2A6DA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6C69DFF-289C-4013-B5E7-166894E1E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31911-70D2-421E-8335-6D5B77BB68D8}" type="datetimeFigureOut">
              <a:rPr kumimoji="1" lang="ja-JP" altLang="en-US" smtClean="0"/>
              <a:t>2020/6/10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BA8888B-B62F-4549-A610-719EA6E9A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39757B8-AFCD-4329-830D-216F92B33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C999-CAF4-4564-98F3-01219FCC56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5708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788D74-F4A1-4E58-ABCF-A4618B13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01B1257-502D-4AB0-A79E-CE2830F4F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31911-70D2-421E-8335-6D5B77BB68D8}" type="datetimeFigureOut">
              <a:rPr kumimoji="1" lang="ja-JP" altLang="en-US" smtClean="0"/>
              <a:t>2020/6/10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BAA9DC8-A388-45D3-93DB-A6204B099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39CA19C-E938-4D78-ACC1-CEE2E7E91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C999-CAF4-4564-98F3-01219FCC56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9228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B99DC85-3014-44B3-857E-C834957BD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31911-70D2-421E-8335-6D5B77BB68D8}" type="datetimeFigureOut">
              <a:rPr kumimoji="1" lang="ja-JP" altLang="en-US" smtClean="0"/>
              <a:t>2020/6/10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77839A4-DBA2-4E51-8F0A-07824C641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AE18062-50E3-4328-BA4A-4EE991737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C999-CAF4-4564-98F3-01219FCC56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4250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0C7FD9-E13F-466A-A1C5-944DB44AB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8B8B92-2F90-4376-8792-909D607B3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871644D-6DD1-4581-A11D-3395D6546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3871ED-2F34-4E4B-9EA7-D15CC3A28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31911-70D2-421E-8335-6D5B77BB68D8}" type="datetimeFigureOut">
              <a:rPr kumimoji="1" lang="ja-JP" altLang="en-US" smtClean="0"/>
              <a:t>2020/6/10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EE1D1E0-37FF-49FE-803A-07FCB5032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7CA380-48E3-41B2-A4F5-894E0CAA9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C999-CAF4-4564-98F3-01219FCC56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8747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D824AC-6D26-4F54-AE01-F650CA635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2502A0F-9B3C-4C1D-B9C8-13DF96CA53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574BD1-FA3E-43ED-8228-2F46D74B6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445389-FB0F-4C70-BB2E-9ABBC027B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31911-70D2-421E-8335-6D5B77BB68D8}" type="datetimeFigureOut">
              <a:rPr kumimoji="1" lang="ja-JP" altLang="en-US" smtClean="0"/>
              <a:t>2020/6/10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B93DF3-FFA4-4B9F-A05C-205F62ECC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808C17A-090B-4EB7-82CA-F303D892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C999-CAF4-4564-98F3-01219FCC56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6428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A2B3F7-E0D7-4F4B-B52E-382C26370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1FAC9DC-A974-451B-BEE3-CEF60BC47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EDC018-5A33-4B4E-8FE1-7AEB51CF8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31911-70D2-421E-8335-6D5B77BB68D8}" type="datetimeFigureOut">
              <a:rPr kumimoji="1" lang="ja-JP" altLang="en-US" smtClean="0"/>
              <a:t>2020/6/10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31DE36-AAEC-4552-931E-72FD7CBAF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A9B085-5B05-48BA-B812-3DED35478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C999-CAF4-4564-98F3-01219FCC56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170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576DBCD-BBB1-49B1-8918-C63F8C7BE4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98A8DE5-A81E-4280-9211-708F2C18F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44ECB6-E092-43DF-84A6-BD9769FEB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31911-70D2-421E-8335-6D5B77BB68D8}" type="datetimeFigureOut">
              <a:rPr kumimoji="1" lang="ja-JP" altLang="en-US" smtClean="0"/>
              <a:t>2020/6/10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BBA854-F65F-4095-AD07-1006B474A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EE3FD6-136F-4178-BB29-BAAA2A5FB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C999-CAF4-4564-98F3-01219FCC56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4624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D690812-9C79-46C9-BEAA-8B30D121B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3BA9F7-DF17-4609-B34C-1D00AED85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797EF4-81D7-4BDB-8ADB-01D18845D7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31911-70D2-421E-8335-6D5B77BB68D8}" type="datetimeFigureOut">
              <a:rPr kumimoji="1" lang="ja-JP" altLang="en-US" smtClean="0"/>
              <a:t>2020/6/10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CE250C-6240-48C9-936B-CA5198C8A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07161B-A393-48AF-94FE-F44D9F932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3C999-CAF4-4564-98F3-01219FCC56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289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344DDE3-91B5-4BDF-880F-B1EAB0E5AC58}"/>
              </a:ext>
            </a:extLst>
          </p:cNvPr>
          <p:cNvSpPr txBox="1"/>
          <p:nvPr/>
        </p:nvSpPr>
        <p:spPr>
          <a:xfrm>
            <a:off x="281032" y="145967"/>
            <a:ext cx="88671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訂正点</a:t>
            </a:r>
            <a:endParaRPr kumimoji="1" lang="en-US" altLang="ja-JP" dirty="0"/>
          </a:p>
          <a:p>
            <a:r>
              <a:rPr lang="en-US" altLang="ja-JP" dirty="0"/>
              <a:t>1.</a:t>
            </a:r>
            <a:r>
              <a:rPr lang="ja-JP" altLang="en-US" dirty="0"/>
              <a:t>ログイン画面　　（登録されたメールアドレスとパスワードでログイン）</a:t>
            </a:r>
            <a:endParaRPr lang="en-US" altLang="ja-JP" dirty="0"/>
          </a:p>
          <a:p>
            <a:r>
              <a:rPr lang="ja-JP" altLang="en-US" dirty="0"/>
              <a:t>右の図のように変更　　（ちなみに頂いた</a:t>
            </a:r>
            <a:r>
              <a:rPr lang="en-US" altLang="ja-JP" dirty="0"/>
              <a:t>ID</a:t>
            </a:r>
            <a:r>
              <a:rPr lang="ja-JP" altLang="en-US" dirty="0"/>
              <a:t>とパスワードでログインできません）　</a:t>
            </a:r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8587B0D-6ABA-4496-A29A-14789A3BD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41" y="1232257"/>
            <a:ext cx="6322396" cy="554185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16BFC5B-F3CE-437F-A604-4ECF28B0D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794" y="948335"/>
            <a:ext cx="5770794" cy="5405816"/>
          </a:xfrm>
          <a:prstGeom prst="rect">
            <a:avLst/>
          </a:prstGeom>
        </p:spPr>
      </p:pic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F0099968-E777-4BBD-94CA-67D947F0DDED}"/>
              </a:ext>
            </a:extLst>
          </p:cNvPr>
          <p:cNvCxnSpPr>
            <a:cxnSpLocks/>
          </p:cNvCxnSpPr>
          <p:nvPr/>
        </p:nvCxnSpPr>
        <p:spPr>
          <a:xfrm flipV="1">
            <a:off x="4861420" y="1937857"/>
            <a:ext cx="1644242" cy="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F4AB704E-5EEE-43F1-8209-32692E97C599}"/>
              </a:ext>
            </a:extLst>
          </p:cNvPr>
          <p:cNvCxnSpPr>
            <a:cxnSpLocks/>
          </p:cNvCxnSpPr>
          <p:nvPr/>
        </p:nvCxnSpPr>
        <p:spPr>
          <a:xfrm flipV="1">
            <a:off x="4899170" y="5445053"/>
            <a:ext cx="1644242" cy="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8DA13D5-61FD-476C-B2D1-9F769987E468}"/>
              </a:ext>
            </a:extLst>
          </p:cNvPr>
          <p:cNvSpPr/>
          <p:nvPr/>
        </p:nvSpPr>
        <p:spPr>
          <a:xfrm>
            <a:off x="1963024" y="4806892"/>
            <a:ext cx="2558642" cy="1065402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693EF36-AEA2-4298-A232-4D84F00871ED}"/>
              </a:ext>
            </a:extLst>
          </p:cNvPr>
          <p:cNvSpPr txBox="1"/>
          <p:nvPr/>
        </p:nvSpPr>
        <p:spPr>
          <a:xfrm>
            <a:off x="4714614" y="4701928"/>
            <a:ext cx="1971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右の図のように金額を揃える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F97E4C6-65EB-4066-92DD-2FE0EF2EBCA1}"/>
              </a:ext>
            </a:extLst>
          </p:cNvPr>
          <p:cNvSpPr/>
          <p:nvPr/>
        </p:nvSpPr>
        <p:spPr>
          <a:xfrm>
            <a:off x="831343" y="1140924"/>
            <a:ext cx="5116450" cy="1350605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7072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44D8566-F4AC-49EE-8099-AD3F0F780AEC}"/>
              </a:ext>
            </a:extLst>
          </p:cNvPr>
          <p:cNvSpPr txBox="1"/>
          <p:nvPr/>
        </p:nvSpPr>
        <p:spPr>
          <a:xfrm>
            <a:off x="612396" y="343949"/>
            <a:ext cx="10108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2.</a:t>
            </a:r>
            <a:r>
              <a:rPr lang="zh-TW" altLang="en-US" dirty="0"/>
              <a:t>法定広告記載事項</a:t>
            </a:r>
            <a:r>
              <a:rPr lang="ja-JP" altLang="en-US" dirty="0"/>
              <a:t>の部分</a:t>
            </a:r>
            <a:endParaRPr lang="en-US" altLang="ja-JP" dirty="0"/>
          </a:p>
          <a:p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29F208D-E90F-4577-A269-2EBEF0124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50" y="2066735"/>
            <a:ext cx="10926700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683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7711069-3D5D-40C9-9040-EF5A264290FB}"/>
              </a:ext>
            </a:extLst>
          </p:cNvPr>
          <p:cNvSpPr txBox="1"/>
          <p:nvPr/>
        </p:nvSpPr>
        <p:spPr>
          <a:xfrm>
            <a:off x="486561" y="276837"/>
            <a:ext cx="9496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3.</a:t>
            </a:r>
            <a:r>
              <a:rPr kumimoji="1" lang="ja-JP" altLang="en-US" dirty="0"/>
              <a:t>法定広告記載事項の部分</a:t>
            </a:r>
            <a:endParaRPr kumimoji="1" lang="en-US" altLang="ja-JP" dirty="0"/>
          </a:p>
          <a:p>
            <a:r>
              <a:rPr kumimoji="1" lang="ja-JP" altLang="en-US" dirty="0"/>
              <a:t>中央ぞろいでお願い致します。枠はいりません、文言は下記のようにお願い致します。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B375B486-9839-4C59-86CA-9972DFB92B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183" y="1405135"/>
            <a:ext cx="9739618" cy="323388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A038660-C7FA-4D7E-95DC-DDC3636D12EC}"/>
              </a:ext>
            </a:extLst>
          </p:cNvPr>
          <p:cNvSpPr txBox="1"/>
          <p:nvPr/>
        </p:nvSpPr>
        <p:spPr>
          <a:xfrm>
            <a:off x="2734810" y="5213322"/>
            <a:ext cx="703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上記法定広告記載事項及び個人情報の取り扱いについて同意する</a:t>
            </a:r>
            <a:endParaRPr kumimoji="1" lang="ja-JP" altLang="en-US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98197677-FAC5-4A2C-BAF9-CF06E2D2C795}"/>
              </a:ext>
            </a:extLst>
          </p:cNvPr>
          <p:cNvSpPr/>
          <p:nvPr/>
        </p:nvSpPr>
        <p:spPr>
          <a:xfrm>
            <a:off x="3531765" y="5872294"/>
            <a:ext cx="1744910" cy="369332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キャンセル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2F54CAB0-CB84-4DE1-84B8-A2D61C623299}"/>
              </a:ext>
            </a:extLst>
          </p:cNvPr>
          <p:cNvSpPr/>
          <p:nvPr/>
        </p:nvSpPr>
        <p:spPr>
          <a:xfrm>
            <a:off x="6821648" y="5855625"/>
            <a:ext cx="1744910" cy="369332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次へ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724E6AE-F801-494B-AC37-AB06C169CB36}"/>
              </a:ext>
            </a:extLst>
          </p:cNvPr>
          <p:cNvSpPr/>
          <p:nvPr/>
        </p:nvSpPr>
        <p:spPr>
          <a:xfrm>
            <a:off x="2323750" y="5213322"/>
            <a:ext cx="411060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DDEB9D0B-B099-472F-8F51-BF1EBBE7311A}"/>
              </a:ext>
            </a:extLst>
          </p:cNvPr>
          <p:cNvCxnSpPr/>
          <p:nvPr/>
        </p:nvCxnSpPr>
        <p:spPr>
          <a:xfrm>
            <a:off x="5796793" y="4144161"/>
            <a:ext cx="0" cy="93956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E563466-930A-46F1-A44A-CD335231B33D}"/>
              </a:ext>
            </a:extLst>
          </p:cNvPr>
          <p:cNvSpPr/>
          <p:nvPr/>
        </p:nvSpPr>
        <p:spPr>
          <a:xfrm>
            <a:off x="1786855" y="2608976"/>
            <a:ext cx="5368954" cy="1535185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AF302F4-85E7-4447-B6C6-ADEF59A382E0}"/>
              </a:ext>
            </a:extLst>
          </p:cNvPr>
          <p:cNvSpPr txBox="1"/>
          <p:nvPr/>
        </p:nvSpPr>
        <p:spPr>
          <a:xfrm>
            <a:off x="2323750" y="5209148"/>
            <a:ext cx="79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496152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FFDAACE-6BFE-4696-85FF-485233389DB5}"/>
              </a:ext>
            </a:extLst>
          </p:cNvPr>
          <p:cNvSpPr txBox="1"/>
          <p:nvPr/>
        </p:nvSpPr>
        <p:spPr>
          <a:xfrm>
            <a:off x="604008" y="377613"/>
            <a:ext cx="1048623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4.</a:t>
            </a:r>
            <a:r>
              <a:rPr kumimoji="1" lang="ja-JP" altLang="en-US" dirty="0"/>
              <a:t>登録フォームについて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登録してみましたがメールが来ませんでした。</a:t>
            </a:r>
            <a:endParaRPr lang="en-US" altLang="ja-JP" dirty="0"/>
          </a:p>
          <a:p>
            <a:r>
              <a:rPr kumimoji="1" lang="ja-JP" altLang="en-US" dirty="0"/>
              <a:t>登録フォームの内容は</a:t>
            </a:r>
            <a:r>
              <a:rPr kumimoji="1" lang="en-US" altLang="ja-JP" dirty="0"/>
              <a:t>Word</a:t>
            </a:r>
            <a:r>
              <a:rPr kumimoji="1" lang="ja-JP" altLang="en-US" dirty="0"/>
              <a:t>で添付します、但しデザインは添付の画像にてご確認をお願い致します。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お客様が</a:t>
            </a:r>
            <a:r>
              <a:rPr lang="ja-JP" altLang="en-US" dirty="0"/>
              <a:t>登録完了後、登録完了メールが飛ぶ（お客様と弊社）＞お客様メールに貼り付けされた</a:t>
            </a:r>
          </a:p>
          <a:p>
            <a:endParaRPr lang="ja-JP" altLang="en-US" dirty="0"/>
          </a:p>
          <a:p>
            <a:r>
              <a:rPr lang="ja-JP" altLang="en-US" dirty="0"/>
              <a:t>アドレスにてログインサイトにアクセス＞ログイン＞マイページ＞</a:t>
            </a:r>
            <a:r>
              <a:rPr lang="en-US" altLang="ja-JP" dirty="0"/>
              <a:t>VIP</a:t>
            </a:r>
            <a:r>
              <a:rPr lang="ja-JP" altLang="en-US" dirty="0"/>
              <a:t>会員購入フォームへ</a:t>
            </a:r>
          </a:p>
          <a:p>
            <a:endParaRPr lang="ja-JP" altLang="en-US" dirty="0"/>
          </a:p>
          <a:p>
            <a:r>
              <a:rPr lang="ja-JP" altLang="en-US" dirty="0"/>
              <a:t>お客様への仮登録完了通知メールの内容添付致します、参考お願いします。</a:t>
            </a:r>
          </a:p>
          <a:p>
            <a:endParaRPr lang="ja-JP" altLang="en-US" dirty="0"/>
          </a:p>
          <a:p>
            <a:r>
              <a:rPr lang="ja-JP" altLang="en-US" dirty="0"/>
              <a:t>弊社のメールにはお客様記入内容の情報を送って頂き、こちらで印刷し当社システムで本登録を行い</a:t>
            </a:r>
          </a:p>
          <a:p>
            <a:endParaRPr lang="ja-JP" altLang="en-US" dirty="0"/>
          </a:p>
          <a:p>
            <a:r>
              <a:rPr lang="ja-JP" altLang="en-US" dirty="0"/>
              <a:t>お客様</a:t>
            </a:r>
            <a:r>
              <a:rPr lang="en-US" altLang="ja-JP" dirty="0"/>
              <a:t>ID</a:t>
            </a:r>
            <a:r>
              <a:rPr lang="ja-JP" altLang="en-US" dirty="0"/>
              <a:t>を管理者ページに入力する（お客様</a:t>
            </a:r>
            <a:r>
              <a:rPr lang="en-US" altLang="ja-JP" dirty="0"/>
              <a:t>ID</a:t>
            </a:r>
            <a:r>
              <a:rPr lang="ja-JP" altLang="en-US" dirty="0"/>
              <a:t>はお客様マイページに反映）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444560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230</Words>
  <Application>Microsoft Office PowerPoint</Application>
  <PresentationFormat>ワイド画面</PresentationFormat>
  <Paragraphs>26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hiiragi</dc:creator>
  <cp:lastModifiedBy>hiiragi</cp:lastModifiedBy>
  <cp:revision>5</cp:revision>
  <dcterms:created xsi:type="dcterms:W3CDTF">2020-06-10T01:35:00Z</dcterms:created>
  <dcterms:modified xsi:type="dcterms:W3CDTF">2020-06-10T02:19:43Z</dcterms:modified>
</cp:coreProperties>
</file>
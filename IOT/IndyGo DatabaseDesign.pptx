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5" roundtripDataSignature="AMtx7mjc9ZPPLfxqZN/UNGanMs6hNKYS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420105-63A6-4AD6-A02C-8C26FCAFCF05}">
  <a:tblStyle styleId="{5B420105-63A6-4AD6-A02C-8C26FCAFCF05}" styleName="Table_0">
    <a:wholeTbl>
      <a:tcTxStyle b="off" i="off">
        <a:font>
          <a:latin typeface="游ゴシック"/>
          <a:ea typeface="游ゴシック"/>
          <a:cs typeface="游ゴシック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3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Database Design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Google Shape;93;p2"/>
          <p:cNvGraphicFramePr/>
          <p:nvPr/>
        </p:nvGraphicFramePr>
        <p:xfrm>
          <a:off x="412563" y="3557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900"/>
                <a:gridCol w="820900"/>
                <a:gridCol w="8209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joincompany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joinCompanyName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joinCompanyEmail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joinCompanyContact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6238880" y="3557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joincompanyusergroup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usergrpName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6238880" y="369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companydetails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/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sensor_id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412562" y="369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2325"/>
                <a:gridCol w="822325"/>
                <a:gridCol w="822325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storearea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areaname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Google Shape;101;p3"/>
          <p:cNvGraphicFramePr/>
          <p:nvPr/>
        </p:nvGraphicFramePr>
        <p:xfrm>
          <a:off x="352425" y="2981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joincompanyuser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usergroup_id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username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tokenid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tokencreatedate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tokenexipredate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isactive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isuser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isadmin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issuperadmin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" name="Google Shape;102;p3"/>
          <p:cNvGraphicFramePr/>
          <p:nvPr/>
        </p:nvGraphicFramePr>
        <p:xfrm>
          <a:off x="6096000" y="2981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joinComapny_id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companyName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companyEmail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companyContact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" name="Google Shape;103;p3"/>
          <p:cNvGraphicFramePr/>
          <p:nvPr/>
        </p:nvGraphicFramePr>
        <p:xfrm>
          <a:off x="6096000" y="41927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storegroupdetails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fk_storegrp_id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eckmark outline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2993" y="230791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outline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2992" y="2549384"/>
            <a:ext cx="123825" cy="123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0" name="Google Shape;110;p4"/>
          <p:cNvGraphicFramePr/>
          <p:nvPr/>
        </p:nvGraphicFramePr>
        <p:xfrm>
          <a:off x="6313250" y="2826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6835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companyusergroup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usergrpName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　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1" name="Google Shape;111;p4"/>
          <p:cNvGraphicFramePr/>
          <p:nvPr/>
        </p:nvGraphicFramePr>
        <p:xfrm>
          <a:off x="342901" y="3137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companyuser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usergroup_id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email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tokenid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tokencreatedate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tokenexipredate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isactive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isadmin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issuperadmin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2" name="Google Shape;112;p4"/>
          <p:cNvGraphicFramePr/>
          <p:nvPr/>
        </p:nvGraphicFramePr>
        <p:xfrm>
          <a:off x="6312299" y="35773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gatewaydetails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7" name="Google Shape;117;p5"/>
          <p:cNvGraphicFramePr/>
          <p:nvPr/>
        </p:nvGraphicFramePr>
        <p:xfrm>
          <a:off x="390525" y="333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store_name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servicecontract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monitoringcontract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notificationstatus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alertbusinesshours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isactive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" name="Google Shape;118;p5"/>
          <p:cNvGraphicFramePr/>
          <p:nvPr/>
        </p:nvGraphicFramePr>
        <p:xfrm>
          <a:off x="6264677" y="3333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75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gateway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gatewayMac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gatewayName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isactive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isalivedatetime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0" marB="0" marR="7300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Google Shape;123;p6"/>
          <p:cNvGraphicFramePr/>
          <p:nvPr/>
        </p:nvGraphicFramePr>
        <p:xfrm>
          <a:off x="381000" y="228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devicenikname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deviceIdentity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gatewayMac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Isactive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" name="Google Shape;124;p6"/>
          <p:cNvGraphicFramePr/>
          <p:nvPr/>
        </p:nvGraphicFramePr>
        <p:xfrm>
          <a:off x="6258901" y="228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devicedetails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productarea_id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batteryStatus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dynamicID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7"/>
          <p:cNvGraphicFramePr/>
          <p:nvPr/>
        </p:nvGraphicFramePr>
        <p:xfrm>
          <a:off x="6257924" y="228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strore_id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productarea_id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isdDleted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475" marB="0" marR="747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0" name="Google Shape;130;p7"/>
          <p:cNvGraphicFramePr/>
          <p:nvPr/>
        </p:nvGraphicFramePr>
        <p:xfrm>
          <a:off x="390525" y="2285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12325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storegroup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storearea_id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user_id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" name="Google Shape;135;p8"/>
          <p:cNvGraphicFramePr/>
          <p:nvPr/>
        </p:nvGraphicFramePr>
        <p:xfrm>
          <a:off x="6495496" y="42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117025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devicesettings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sensor_id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w_timeinterval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c_timeinterval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w_upperlimit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w_lowerlimit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c_upperlimit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c_lowerlimit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mailSend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" name="Google Shape;136;p8"/>
          <p:cNvGraphicFramePr/>
          <p:nvPr/>
        </p:nvGraphicFramePr>
        <p:xfrm>
          <a:off x="447675" y="42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devicestreamsetup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deviceIdentity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gatewayMac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sensorId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timeInterval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intervalType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IsActive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Google Shape;141;p9"/>
          <p:cNvGraphicFramePr/>
          <p:nvPr/>
        </p:nvGraphicFramePr>
        <p:xfrm>
          <a:off x="335070" y="591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productarea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productAreaName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" name="Google Shape;142;p9"/>
          <p:cNvGraphicFramePr/>
          <p:nvPr/>
        </p:nvGraphicFramePr>
        <p:xfrm>
          <a:off x="6320130" y="597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Sensortype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sensorName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sensorUnit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isDeleted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" name="Google Shape;147;p10"/>
          <p:cNvGraphicFramePr/>
          <p:nvPr/>
        </p:nvGraphicFramePr>
        <p:xfrm>
          <a:off x="271509" y="30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041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devicethresholdsetup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deviceIdentity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gatewayMac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sensorId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thresholdValue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IsActive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lastUpdatedDate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" name="Google Shape;148;p10"/>
          <p:cNvGraphicFramePr/>
          <p:nvPr/>
        </p:nvGraphicFramePr>
        <p:xfrm>
          <a:off x="6096000" y="30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0662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temperaturestream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/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deviceIdentity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sensorId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temperatureValue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streamStatus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streamTime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9" name="Google Shape;149;p10"/>
          <p:cNvGraphicFramePr/>
          <p:nvPr/>
        </p:nvGraphicFramePr>
        <p:xfrm>
          <a:off x="6096000" y="32159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041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humiditystream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deviceIdentity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sensorId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humidityValue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streamTime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11"/>
          <p:cNvGraphicFramePr/>
          <p:nvPr/>
        </p:nvGraphicFramePr>
        <p:xfrm>
          <a:off x="6319263" y="35308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302275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alerthistory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/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deviceIdentity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gatewayMac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tempstream_id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alertTempValue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alertType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aletTime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mailSend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5" name="Google Shape;155;p11"/>
          <p:cNvGraphicFramePr/>
          <p:nvPr/>
        </p:nvGraphicFramePr>
        <p:xfrm>
          <a:off x="6319967" y="310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alertreason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tempstream_id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alertType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alertReason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isAlertOFF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Boolean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" name="Google Shape;156;p11"/>
          <p:cNvGraphicFramePr/>
          <p:nvPr/>
        </p:nvGraphicFramePr>
        <p:xfrm>
          <a:off x="321537" y="310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quickservice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servicerquestReason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serviceClosedReason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closedUser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/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/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closedDate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1" name="Google Shape;161;p12"/>
          <p:cNvGraphicFramePr/>
          <p:nvPr/>
        </p:nvGraphicFramePr>
        <p:xfrm>
          <a:off x="473937" y="462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{5B420105-63A6-4AD6-A02C-8C26FCAFCF05}</a:tableStyleId>
              </a:tblPr>
              <a:tblGrid>
                <a:gridCol w="1872000"/>
                <a:gridCol w="1202400"/>
                <a:gridCol w="820800"/>
                <a:gridCol w="820800"/>
                <a:gridCol w="820800"/>
              </a:tblGrid>
              <a:tr h="288000">
                <a:tc gridSpan="5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temperaturereport</a:t>
                      </a:r>
                      <a:endParaRPr b="1" sz="11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Column Name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Null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Def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FK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　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device_id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deviceName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companyName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store_id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storeName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productarea_id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productareaName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temperaturestream_id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ObjectId</a:t>
                      </a:r>
                      <a:endParaRPr/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streamValue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streamTime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Date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streamStatus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warningLowerLimit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warningUpperLimit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critialLowerLimit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criticalUpperLimit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String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True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5" marB="0" marR="7625" marL="1080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eckmark with solid fill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0726" y="2489921"/>
            <a:ext cx="113930" cy="113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0726" y="2894019"/>
            <a:ext cx="113930" cy="113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0726" y="3175309"/>
            <a:ext cx="113930" cy="113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/>
          <p:nvPr>
            <p:ph type="title"/>
          </p:nvPr>
        </p:nvSpPr>
        <p:spPr>
          <a:xfrm>
            <a:off x="838200" y="917711"/>
            <a:ext cx="10515600" cy="8777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2021-01-02T10:38:18Z</dcterms:created>
  <dc:creator>shimitha shimitha</dc:creator>
</cp:coreProperties>
</file>
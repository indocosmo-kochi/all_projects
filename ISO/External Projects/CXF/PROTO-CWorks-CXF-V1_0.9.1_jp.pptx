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ommentAuthors.xml" ContentType="application/vnd.openxmlformats-officedocument.presentationml.commentAuthors+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handoutMasterIdLst>
    <p:handoutMasterId r:id="rId11"/>
  </p:handoutMasterIdLst>
  <p:sldIdLst>
    <p:sldId id="265" r:id="rId2"/>
    <p:sldId id="274" r:id="rId3"/>
    <p:sldId id="302" r:id="rId4"/>
    <p:sldId id="289" r:id="rId5"/>
    <p:sldId id="291" r:id="rId6"/>
    <p:sldId id="290" r:id="rId7"/>
    <p:sldId id="292" r:id="rId8"/>
    <p:sldId id="300"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pos="3840" userDrawn="1">
          <p15:clr>
            <a:srgbClr val="A4A3A4"/>
          </p15:clr>
        </p15:guide>
        <p15:guide id="2" pos="6816" userDrawn="1">
          <p15:clr>
            <a:srgbClr val="A4A3A4"/>
          </p15:clr>
        </p15:guide>
        <p15:guide id="3" pos="816" userDrawn="1">
          <p15:clr>
            <a:srgbClr val="A4A3A4"/>
          </p15:clr>
        </p15:guide>
        <p15:guide id="4" orient="horz" pos="2160">
          <p15:clr>
            <a:srgbClr val="A4A3A4"/>
          </p15:clr>
        </p15:guide>
      </p15:sldGuideLst>
    </p:ext>
    <p:ext uri="{2D200454-40CA-4A62-9FC3-DE9A4176ACB9}">
      <p15:notesGuideLst xmlns=""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8" clrIdx="1"/>
  <p:cmAuthor id="3" name="Mathew K S." initials="MKS" lastIdx="6" clrIdx="2">
    <p:extLst>
      <p:ext uri="{19B8F6BF-5375-455C-9EA6-DF929625EA0E}">
        <p15:presenceInfo xmlns="" xmlns:p15="http://schemas.microsoft.com/office/powerpoint/2012/main" userId="S-1-5-21-4221838657-1599251450-101458134-37447"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 xmlns:p14="http://schemas.microsoft.com/office/powerpoint/2010/main">
          <a:srgbClr val="FF0000"/>
        </p14:laserClr>
      </p:ext>
      <p:ext uri="{2FDB2607-1784-4EEB-B798-7EB5836EED8A}">
        <p14:showMediaCtrls xmlns="" xmlns:p14="http://schemas.microsoft.com/office/powerpoint/2010/main" val="1"/>
      </p:ext>
    </p:extLst>
  </p:showPr>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793D81CF-94F2-401A-BA57-92F5A7B2D0C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20000" autoAdjust="0"/>
    <p:restoredTop sz="91336" autoAdjust="0"/>
  </p:normalViewPr>
  <p:slideViewPr>
    <p:cSldViewPr>
      <p:cViewPr varScale="1">
        <p:scale>
          <a:sx n="83" d="100"/>
          <a:sy n="83" d="100"/>
        </p:scale>
        <p:origin x="-576" y="-90"/>
      </p:cViewPr>
      <p:guideLst>
        <p:guide orient="horz" pos="2160"/>
        <p:guide pos="3840"/>
        <p:guide pos="6816"/>
        <p:guide pos="816"/>
      </p:guideLst>
    </p:cSldViewPr>
  </p:slideViewPr>
  <p:notesTextViewPr>
    <p:cViewPr>
      <p:scale>
        <a:sx n="1" d="1"/>
        <a:sy n="1" d="1"/>
      </p:scale>
      <p:origin x="0" y="0"/>
    </p:cViewPr>
  </p:notesTextViewPr>
  <p:notesViewPr>
    <p:cSldViewPr>
      <p:cViewPr varScale="1">
        <p:scale>
          <a:sx n="95" d="100"/>
          <a:sy n="95" d="100"/>
        </p:scale>
        <p:origin x="3576" y="84"/>
      </p:cViewPr>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0EA5F0D-C1DC-412F-A146-DDB3A74B588F}" type="datetimeFigureOut">
              <a:rPr lang="en-US"/>
              <a:pPr/>
              <a:t>11/8/2017</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BAE14B8-3CC9-472D-9BC5-A84D80684DE2}" type="slidenum">
              <a:rPr/>
              <a:pPr/>
              <a:t>‹#›</a:t>
            </a:fld>
            <a:endParaRPr/>
          </a:p>
        </p:txBody>
      </p:sp>
    </p:spTree>
    <p:extLst>
      <p:ext uri="{BB962C8B-B14F-4D97-AF65-F5344CB8AC3E}">
        <p14:creationId xmlns="" xmlns:p14="http://schemas.microsoft.com/office/powerpoint/2010/main" val="25778275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CDE508-72C8-4AB5-AA9C-1584D31690E0}" type="datetimeFigureOut">
              <a:rPr lang="en-US"/>
              <a:pPr/>
              <a:t>11/8/2017</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a:r>
              <a:rPr dirty="0"/>
              <a:t>Click to edit Master text styles</a:t>
            </a:r>
          </a:p>
          <a:p>
            <a:pPr lvl="1"/>
            <a:r>
              <a:rPr dirty="0"/>
              <a:t>Second level</a:t>
            </a:r>
          </a:p>
          <a:p>
            <a:pPr lvl="2"/>
            <a:r>
              <a:rPr dirty="0"/>
              <a:t>Third level</a:t>
            </a:r>
          </a:p>
          <a:p>
            <a:pPr lvl="3"/>
            <a:r>
              <a:rPr dirty="0"/>
              <a:t>Fourth level</a:t>
            </a:r>
          </a:p>
          <a:p>
            <a:pPr lvl="4"/>
            <a:r>
              <a:rPr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B667E1-E601-4AAF-B95C-B25720D70A60}" type="slidenum">
              <a:rPr/>
              <a:pPr/>
              <a:t>‹#›</a:t>
            </a:fld>
            <a:endParaRPr/>
          </a:p>
        </p:txBody>
      </p:sp>
    </p:spTree>
    <p:extLst>
      <p:ext uri="{BB962C8B-B14F-4D97-AF65-F5344CB8AC3E}">
        <p14:creationId xmlns="" xmlns:p14="http://schemas.microsoft.com/office/powerpoint/2010/main" val="7111367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endParaRPr lang="en-US" sz="1200" b="0" i="1" u="none" strike="noStrike"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7FB667E1-E601-4AAF-B95C-B25720D70A60}" type="slidenum">
              <a:rPr lang="en-US" smtClean="0"/>
              <a:pPr/>
              <a:t>2</a:t>
            </a:fld>
            <a:endParaRPr lang="en-US"/>
          </a:p>
        </p:txBody>
      </p:sp>
    </p:spTree>
    <p:extLst>
      <p:ext uri="{BB962C8B-B14F-4D97-AF65-F5344CB8AC3E}">
        <p14:creationId xmlns="" xmlns:p14="http://schemas.microsoft.com/office/powerpoint/2010/main" val="29093101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 require more than one slide</a:t>
            </a:r>
          </a:p>
        </p:txBody>
      </p:sp>
      <p:sp>
        <p:nvSpPr>
          <p:cNvPr id="4" name="Slide Number Placeholder 3"/>
          <p:cNvSpPr>
            <a:spLocks noGrp="1"/>
          </p:cNvSpPr>
          <p:nvPr>
            <p:ph type="sldNum" sz="quarter" idx="10"/>
          </p:nvPr>
        </p:nvSpPr>
        <p:spPr/>
        <p:txBody>
          <a:bodyPr/>
          <a:lstStyle/>
          <a:p>
            <a:fld id="{7FB667E1-E601-4AAF-B95C-B25720D70A60}" type="slidenum">
              <a:rPr lang="en-US" smtClean="0"/>
              <a:pPr/>
              <a:t>4</a:t>
            </a:fld>
            <a:endParaRPr lang="en-US"/>
          </a:p>
        </p:txBody>
      </p:sp>
    </p:spTree>
    <p:extLst>
      <p:ext uri="{BB962C8B-B14F-4D97-AF65-F5344CB8AC3E}">
        <p14:creationId xmlns="" xmlns:p14="http://schemas.microsoft.com/office/powerpoint/2010/main" val="426582604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p:nvPr/>
        </p:nvSpPr>
        <p:spPr bwMode="ltGray">
          <a:xfrm>
            <a:off x="-2" y="4754880"/>
            <a:ext cx="12192002" cy="2103120"/>
          </a:xfrm>
          <a:prstGeom prst="rect">
            <a:avLst/>
          </a:prstGeom>
          <a:gradFill flip="none" rotWithShape="1">
            <a:gsLst>
              <a:gs pos="100000">
                <a:schemeClr val="tx2">
                  <a:lumMod val="75000"/>
                </a:schemeClr>
              </a:gs>
              <a:gs pos="0">
                <a:schemeClr val="tx2"/>
              </a:gs>
            </a:gsLst>
            <a:path path="circle">
              <a:fillToRect l="50000" t="50000" r="50000" b="50000"/>
            </a:path>
            <a:tileRect/>
          </a:gra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a:ln>
                <a:noFill/>
              </a:ln>
              <a:solidFill>
                <a:prstClr val="white"/>
              </a:solidFill>
              <a:effectLst/>
              <a:uLnTx/>
              <a:uFillTx/>
              <a:latin typeface="Euphemia"/>
              <a:ea typeface="+mn-ea"/>
              <a:cs typeface="+mn-cs"/>
            </a:endParaRPr>
          </a:p>
        </p:txBody>
      </p:sp>
      <p:sp>
        <p:nvSpPr>
          <p:cNvPr id="6" name="Rectangle 5"/>
          <p:cNvSpPr/>
          <p:nvPr/>
        </p:nvSpPr>
        <p:spPr bwMode="white">
          <a:xfrm>
            <a:off x="-127" y="4724400"/>
            <a:ext cx="12188826" cy="7620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1523999" y="4800600"/>
            <a:ext cx="9144002" cy="1143000"/>
          </a:xfrm>
        </p:spPr>
        <p:txBody>
          <a:bodyPr anchor="b">
            <a:normAutofit/>
          </a:bodyPr>
          <a:lstStyle>
            <a:lvl1pPr algn="ctr">
              <a:defRPr sz="4800">
                <a:solidFill>
                  <a:schemeClr val="bg1"/>
                </a:solidFill>
              </a:defRPr>
            </a:lvl1pPr>
          </a:lstStyle>
          <a:p>
            <a:r>
              <a:rPr lang="en-US" smtClean="0"/>
              <a:t>Click to edit Master title style</a:t>
            </a:r>
            <a:endParaRPr/>
          </a:p>
        </p:txBody>
      </p:sp>
      <p:sp>
        <p:nvSpPr>
          <p:cNvPr id="3" name="Subtitle 2"/>
          <p:cNvSpPr>
            <a:spLocks noGrp="1"/>
          </p:cNvSpPr>
          <p:nvPr>
            <p:ph type="subTitle" idx="1"/>
          </p:nvPr>
        </p:nvSpPr>
        <p:spPr>
          <a:xfrm>
            <a:off x="1522413" y="5943600"/>
            <a:ext cx="9144002" cy="762000"/>
          </a:xfrm>
        </p:spPr>
        <p:txBody>
          <a:bodyPr>
            <a:normAutofit/>
          </a:bodyPr>
          <a:lstStyle>
            <a:lvl1pPr marL="0" indent="0" algn="ctr">
              <a:spcBef>
                <a:spcPts val="0"/>
              </a:spcBef>
              <a:buNone/>
              <a:defRPr sz="2000" cap="none" baseline="0">
                <a:solidFill>
                  <a:schemeClr val="bg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a:p>
        </p:txBody>
      </p:sp>
      <p:pic>
        <p:nvPicPr>
          <p:cNvPr id="1026" name="Picture 2" descr="D:\Users\Mohandas\AppData\Local\Microsoft\Windows\Temporary Internet Files\Content.Outlook\O8ZW7CZ1\company_logo (2).png"/>
          <p:cNvPicPr>
            <a:picLocks noChangeAspect="1" noChangeArrowheads="1"/>
          </p:cNvPicPr>
          <p:nvPr userDrawn="1"/>
        </p:nvPicPr>
        <p:blipFill>
          <a:blip r:embed="rId2" cstate="print"/>
          <a:srcRect/>
          <a:stretch>
            <a:fillRect/>
          </a:stretch>
        </p:blipFill>
        <p:spPr bwMode="auto">
          <a:xfrm>
            <a:off x="5029200" y="1066800"/>
            <a:ext cx="2095500" cy="2600325"/>
          </a:xfrm>
          <a:prstGeom prst="rect">
            <a:avLst/>
          </a:prstGeom>
          <a:noFill/>
        </p:spPr>
      </p:pic>
    </p:spTree>
    <p:extLst>
      <p:ext uri="{BB962C8B-B14F-4D97-AF65-F5344CB8AC3E}">
        <p14:creationId xmlns="" xmlns:p14="http://schemas.microsoft.com/office/powerpoint/2010/main" val="338288208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41120" y="685800"/>
            <a:ext cx="9509760" cy="1014984"/>
          </a:xfrm>
        </p:spPr>
        <p:txBody>
          <a:bodyPr/>
          <a:lstStyle/>
          <a:p>
            <a:r>
              <a:rPr lang="en-US" smtClean="0"/>
              <a:t>Click to edit Master title style</a:t>
            </a:r>
            <a:endParaRPr/>
          </a:p>
        </p:txBody>
      </p:sp>
      <p:sp>
        <p:nvSpPr>
          <p:cNvPr id="3" name="Content Placeholder 2"/>
          <p:cNvSpPr>
            <a:spLocks noGrp="1"/>
          </p:cNvSpPr>
          <p:nvPr>
            <p:ph idx="1"/>
          </p:nvPr>
        </p:nvSpPr>
        <p:spPr/>
        <p:txBody>
          <a:bodyPr/>
          <a:lstStyle>
            <a:lvl6pPr>
              <a:defRPr/>
            </a:lvl6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11"/>
          </p:nvPr>
        </p:nvSpPr>
        <p:spPr/>
        <p:txBody>
          <a:bodyPr/>
          <a:lstStyle/>
          <a:p>
            <a:r>
              <a:rPr lang="en-US" smtClean="0"/>
              <a:t>Indocosmo Systems Pvt. Ltd. All Rights Reserved</a:t>
            </a:r>
            <a:endParaRPr dirty="0"/>
          </a:p>
        </p:txBody>
      </p:sp>
      <p:sp>
        <p:nvSpPr>
          <p:cNvPr id="6" name="Slide Number Placeholder 5"/>
          <p:cNvSpPr>
            <a:spLocks noGrp="1"/>
          </p:cNvSpPr>
          <p:nvPr>
            <p:ph type="sldNum" sz="quarter" idx="12"/>
          </p:nvPr>
        </p:nvSpPr>
        <p:spPr/>
        <p:txBody>
          <a:bodyPr/>
          <a:lstStyle/>
          <a:p>
            <a:fld id="{CA8D9AD5-F248-4919-864A-CFD76CC027D6}" type="slidenum">
              <a:rPr/>
              <a:pPr/>
              <a:t>‹#›</a:t>
            </a:fld>
            <a:endParaRPr dirty="0"/>
          </a:p>
        </p:txBody>
      </p:sp>
      <p:pic>
        <p:nvPicPr>
          <p:cNvPr id="7" name="Picture 2"/>
          <p:cNvPicPr>
            <a:picLocks noChangeAspect="1" noChangeArrowheads="1"/>
          </p:cNvPicPr>
          <p:nvPr userDrawn="1"/>
        </p:nvPicPr>
        <p:blipFill>
          <a:blip r:embed="rId2" cstate="print"/>
          <a:srcRect/>
          <a:stretch>
            <a:fillRect/>
          </a:stretch>
        </p:blipFill>
        <p:spPr bwMode="auto">
          <a:xfrm>
            <a:off x="9067800" y="0"/>
            <a:ext cx="2105025" cy="561975"/>
          </a:xfrm>
          <a:prstGeom prst="rect">
            <a:avLst/>
          </a:prstGeom>
          <a:noFill/>
          <a:ln w="9525">
            <a:noFill/>
            <a:miter lim="800000"/>
            <a:headEnd/>
            <a:tailEnd/>
          </a:ln>
          <a:effectLst/>
        </p:spPr>
      </p:pic>
      <p:cxnSp>
        <p:nvCxnSpPr>
          <p:cNvPr id="8" name="Straight Connector 7"/>
          <p:cNvCxnSpPr/>
          <p:nvPr userDrawn="1"/>
        </p:nvCxnSpPr>
        <p:spPr>
          <a:xfrm>
            <a:off x="1371600" y="609600"/>
            <a:ext cx="9496425" cy="10885"/>
          </a:xfrm>
          <a:prstGeom prst="line">
            <a:avLst/>
          </a:prstGeom>
          <a:ln w="12700">
            <a:solidFill>
              <a:schemeClr val="tx2">
                <a:lumMod val="60000"/>
                <a:lumOff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 xmlns:p14="http://schemas.microsoft.com/office/powerpoint/2010/main" val="4159342245"/>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7" name="Rectangle 6"/>
          <p:cNvSpPr/>
          <p:nvPr/>
        </p:nvSpPr>
        <p:spPr bwMode="ltGray">
          <a:xfrm>
            <a:off x="0" y="0"/>
            <a:ext cx="12188826" cy="457200"/>
          </a:xfrm>
          <a:prstGeom prst="rect">
            <a:avLst/>
          </a:prstGeom>
          <a:gradFill flip="none" rotWithShape="1">
            <a:gsLst>
              <a:gs pos="100000">
                <a:schemeClr val="tx2">
                  <a:lumMod val="75000"/>
                </a:schemeClr>
              </a:gs>
              <a:gs pos="0">
                <a:schemeClr val="tx2"/>
              </a:gs>
            </a:gsLst>
            <a:path path="circle">
              <a:fillToRect l="50000" t="50000" r="50000" b="50000"/>
            </a:path>
            <a:tileRect/>
          </a:gradFill>
          <a:ln w="9525" cap="flat" cmpd="sng" algn="ctr">
            <a:noFill/>
            <a:prstDash val="solid"/>
          </a:ln>
          <a:effectLst/>
        </p:spPr>
        <p:txBody>
          <a:bodyPr rtlCol="0" anchor="ctr"/>
          <a:lstStyle/>
          <a:p>
            <a:pPr marR="0" lvl="0" indent="0" algn="ctr" fontAlgn="auto">
              <a:lnSpc>
                <a:spcPct val="100000"/>
              </a:lnSpc>
              <a:spcBef>
                <a:spcPts val="0"/>
              </a:spcBef>
              <a:spcAft>
                <a:spcPts val="0"/>
              </a:spcAft>
              <a:buClrTx/>
              <a:buSzTx/>
              <a:buFontTx/>
              <a:buNone/>
              <a:tabLst/>
            </a:pPr>
            <a:endParaRPr kumimoji="0" b="0" i="0" u="none" strike="noStrike" kern="0" cap="none" spc="0" normalizeH="0" baseline="0">
              <a:ln>
                <a:noFill/>
              </a:ln>
              <a:solidFill>
                <a:prstClr val="white"/>
              </a:solidFill>
              <a:effectLst/>
              <a:uLnTx/>
              <a:uFillTx/>
              <a:latin typeface="Euphemia"/>
            </a:endParaRPr>
          </a:p>
        </p:txBody>
      </p:sp>
      <p:sp>
        <p:nvSpPr>
          <p:cNvPr id="8" name="Rectangle 7"/>
          <p:cNvSpPr/>
          <p:nvPr/>
        </p:nvSpPr>
        <p:spPr bwMode="white">
          <a:xfrm>
            <a:off x="-1" y="411480"/>
            <a:ext cx="12188826" cy="4572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1524000" y="1143000"/>
            <a:ext cx="9144000" cy="2667000"/>
          </a:xfrm>
        </p:spPr>
        <p:txBody>
          <a:bodyPr anchor="b">
            <a:normAutofit/>
          </a:bodyPr>
          <a:lstStyle>
            <a:lvl1pPr algn="ctr">
              <a:defRPr sz="5200" b="0"/>
            </a:lvl1pPr>
          </a:lstStyle>
          <a:p>
            <a:r>
              <a:rPr lang="en-US" smtClean="0"/>
              <a:t>Click to edit Master title style</a:t>
            </a:r>
            <a:endParaRPr/>
          </a:p>
        </p:txBody>
      </p:sp>
      <p:sp>
        <p:nvSpPr>
          <p:cNvPr id="3" name="Text Placeholder 2"/>
          <p:cNvSpPr>
            <a:spLocks noGrp="1"/>
          </p:cNvSpPr>
          <p:nvPr>
            <p:ph type="body" idx="1"/>
          </p:nvPr>
        </p:nvSpPr>
        <p:spPr>
          <a:xfrm>
            <a:off x="1524000" y="3810000"/>
            <a:ext cx="9144000" cy="1143000"/>
          </a:xfrm>
        </p:spPr>
        <p:txBody>
          <a:bodyPr anchor="t">
            <a:normAutofit/>
          </a:bodyPr>
          <a:lstStyle>
            <a:lvl1pPr marL="0" indent="0" algn="ctr">
              <a:spcBef>
                <a:spcPts val="0"/>
              </a:spcBef>
              <a:buNone/>
              <a:defRPr sz="2400" cap="none" baseline="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5" name="Footer Placeholder 4"/>
          <p:cNvSpPr>
            <a:spLocks noGrp="1"/>
          </p:cNvSpPr>
          <p:nvPr>
            <p:ph type="ftr" sz="quarter" idx="11"/>
          </p:nvPr>
        </p:nvSpPr>
        <p:spPr/>
        <p:txBody>
          <a:bodyPr/>
          <a:lstStyle/>
          <a:p>
            <a:r>
              <a:rPr lang="en-US" smtClean="0"/>
              <a:t>Indocosmo Systems Pvt. Ltd. All Rights Reserved</a:t>
            </a:r>
            <a:endParaRPr/>
          </a:p>
        </p:txBody>
      </p:sp>
      <p:sp>
        <p:nvSpPr>
          <p:cNvPr id="6" name="Slide Number Placeholder 5"/>
          <p:cNvSpPr>
            <a:spLocks noGrp="1"/>
          </p:cNvSpPr>
          <p:nvPr>
            <p:ph type="sldNum" sz="quarter" idx="12"/>
          </p:nvPr>
        </p:nvSpPr>
        <p:spPr/>
        <p:txBody>
          <a:bodyPr/>
          <a:lstStyle/>
          <a:p>
            <a:fld id="{CA8D9AD5-F248-4919-864A-CFD76CC027D6}" type="slidenum">
              <a:rPr/>
              <a:pPr/>
              <a:t>‹#›</a:t>
            </a:fld>
            <a:endParaRPr/>
          </a:p>
        </p:txBody>
      </p:sp>
    </p:spTree>
    <p:extLst>
      <p:ext uri="{BB962C8B-B14F-4D97-AF65-F5344CB8AC3E}">
        <p14:creationId xmlns="" xmlns:p14="http://schemas.microsoft.com/office/powerpoint/2010/main" val="271584378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Alternate Section Header">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524000" y="1143000"/>
            <a:ext cx="9144000" cy="2667000"/>
          </a:xfrm>
        </p:spPr>
        <p:txBody>
          <a:bodyPr anchor="b">
            <a:normAutofit/>
          </a:bodyPr>
          <a:lstStyle>
            <a:lvl1pPr algn="ctr">
              <a:defRPr sz="5200" b="0">
                <a:solidFill>
                  <a:schemeClr val="tx1"/>
                </a:solidFill>
              </a:defRPr>
            </a:lvl1pPr>
          </a:lstStyle>
          <a:p>
            <a:r>
              <a:rPr lang="en-US" smtClean="0"/>
              <a:t>Click to edit Master title style</a:t>
            </a:r>
            <a:endParaRPr/>
          </a:p>
        </p:txBody>
      </p:sp>
      <p:sp>
        <p:nvSpPr>
          <p:cNvPr id="3" name="Text Placeholder 2"/>
          <p:cNvSpPr>
            <a:spLocks noGrp="1"/>
          </p:cNvSpPr>
          <p:nvPr>
            <p:ph type="body" idx="1"/>
          </p:nvPr>
        </p:nvSpPr>
        <p:spPr>
          <a:xfrm>
            <a:off x="1522413" y="3810000"/>
            <a:ext cx="9144000" cy="1143000"/>
          </a:xfrm>
        </p:spPr>
        <p:txBody>
          <a:bodyPr anchor="t">
            <a:normAutofit/>
          </a:bodyPr>
          <a:lstStyle>
            <a:lvl1pPr marL="0" indent="0" algn="ctr">
              <a:spcBef>
                <a:spcPts val="0"/>
              </a:spcBef>
              <a:buNone/>
              <a:defRPr sz="2400" cap="none" baseline="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5" name="Footer Placeholder 4"/>
          <p:cNvSpPr>
            <a:spLocks noGrp="1"/>
          </p:cNvSpPr>
          <p:nvPr>
            <p:ph type="ftr" sz="quarter" idx="11"/>
          </p:nvPr>
        </p:nvSpPr>
        <p:spPr/>
        <p:txBody>
          <a:bodyPr/>
          <a:lstStyle>
            <a:lvl1pPr>
              <a:defRPr>
                <a:solidFill>
                  <a:schemeClr val="tx2"/>
                </a:solidFill>
              </a:defRPr>
            </a:lvl1pPr>
          </a:lstStyle>
          <a:p>
            <a:r>
              <a:rPr lang="en-US" smtClean="0"/>
              <a:t>Indocosmo Systems Pvt. Ltd. All Rights Reserved</a:t>
            </a:r>
            <a:endParaRPr/>
          </a:p>
        </p:txBody>
      </p:sp>
      <p:sp>
        <p:nvSpPr>
          <p:cNvPr id="6" name="Slide Number Placeholder 5"/>
          <p:cNvSpPr>
            <a:spLocks noGrp="1"/>
          </p:cNvSpPr>
          <p:nvPr>
            <p:ph type="sldNum" sz="quarter" idx="12"/>
          </p:nvPr>
        </p:nvSpPr>
        <p:spPr/>
        <p:txBody>
          <a:bodyPr/>
          <a:lstStyle>
            <a:lvl1pPr>
              <a:defRPr>
                <a:solidFill>
                  <a:schemeClr val="tx2"/>
                </a:solidFill>
              </a:defRPr>
            </a:lvl1pPr>
          </a:lstStyle>
          <a:p>
            <a:fld id="{CA8D9AD5-F248-4919-864A-CFD76CC027D6}" type="slidenum">
              <a:rPr/>
              <a:pPr/>
              <a:t>‹#›</a:t>
            </a:fld>
            <a:endParaRPr/>
          </a:p>
        </p:txBody>
      </p:sp>
    </p:spTree>
    <p:extLst>
      <p:ext uri="{BB962C8B-B14F-4D97-AF65-F5344CB8AC3E}">
        <p14:creationId xmlns="" xmlns:p14="http://schemas.microsoft.com/office/powerpoint/2010/main" val="280432806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1341120" y="1901952"/>
            <a:ext cx="4572000" cy="4123944"/>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6278880" y="1901952"/>
            <a:ext cx="4572000" cy="4123944"/>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6" name="Footer Placeholder 5"/>
          <p:cNvSpPr>
            <a:spLocks noGrp="1"/>
          </p:cNvSpPr>
          <p:nvPr>
            <p:ph type="ftr" sz="quarter" idx="11"/>
          </p:nvPr>
        </p:nvSpPr>
        <p:spPr/>
        <p:txBody>
          <a:bodyPr/>
          <a:lstStyle/>
          <a:p>
            <a:r>
              <a:rPr lang="en-US" smtClean="0"/>
              <a:t>Indocosmo Systems Pvt. Ltd. All Rights Reserved</a:t>
            </a:r>
            <a:endParaRPr/>
          </a:p>
        </p:txBody>
      </p:sp>
      <p:sp>
        <p:nvSpPr>
          <p:cNvPr id="7" name="Slide Number Placeholder 6"/>
          <p:cNvSpPr>
            <a:spLocks noGrp="1"/>
          </p:cNvSpPr>
          <p:nvPr>
            <p:ph type="sldNum" sz="quarter" idx="12"/>
          </p:nvPr>
        </p:nvSpPr>
        <p:spPr/>
        <p:txBody>
          <a:bodyPr/>
          <a:lstStyle/>
          <a:p>
            <a:fld id="{A0ECE5F2-81AA-4605-B028-6FBA391056AF}" type="slidenum">
              <a:rPr/>
              <a:pPr/>
              <a:t>‹#›</a:t>
            </a:fld>
            <a:endParaRPr/>
          </a:p>
        </p:txBody>
      </p:sp>
    </p:spTree>
    <p:extLst>
      <p:ext uri="{BB962C8B-B14F-4D97-AF65-F5344CB8AC3E}">
        <p14:creationId xmlns="" xmlns:p14="http://schemas.microsoft.com/office/powerpoint/2010/main" val="3117078411"/>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41120" y="466344"/>
            <a:ext cx="9509760" cy="1234440"/>
          </a:xfrm>
        </p:spPr>
        <p:txBody>
          <a:bodyPr/>
          <a:lstStyle/>
          <a:p>
            <a:r>
              <a:rPr lang="en-US" smtClean="0"/>
              <a:t>Click to edit Master title style</a:t>
            </a:r>
            <a:endParaRPr/>
          </a:p>
        </p:txBody>
      </p:sp>
      <p:sp>
        <p:nvSpPr>
          <p:cNvPr id="3" name="Text Placeholder 2"/>
          <p:cNvSpPr>
            <a:spLocks noGrp="1"/>
          </p:cNvSpPr>
          <p:nvPr>
            <p:ph type="body" idx="1"/>
          </p:nvPr>
        </p:nvSpPr>
        <p:spPr>
          <a:xfrm>
            <a:off x="1341120" y="1837464"/>
            <a:ext cx="4572000" cy="766588"/>
          </a:xfrm>
        </p:spPr>
        <p:txBody>
          <a:bodyPr anchor="ctr">
            <a:normAutofit/>
          </a:bodyPr>
          <a:lstStyle>
            <a:lvl1pPr marL="0" indent="0">
              <a:spcBef>
                <a:spcPts val="0"/>
              </a:spcBef>
              <a:buNone/>
              <a:defRPr sz="2200" b="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341120" y="2740732"/>
            <a:ext cx="4572000" cy="3288847"/>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Text Placeholder 4"/>
          <p:cNvSpPr>
            <a:spLocks noGrp="1"/>
          </p:cNvSpPr>
          <p:nvPr>
            <p:ph type="body" sz="quarter" idx="3"/>
          </p:nvPr>
        </p:nvSpPr>
        <p:spPr>
          <a:xfrm>
            <a:off x="6278880" y="1837464"/>
            <a:ext cx="4572000" cy="766588"/>
          </a:xfrm>
        </p:spPr>
        <p:txBody>
          <a:bodyPr anchor="ctr">
            <a:normAutofit/>
          </a:bodyPr>
          <a:lstStyle>
            <a:lvl1pPr marL="0" indent="0">
              <a:spcBef>
                <a:spcPts val="0"/>
              </a:spcBef>
              <a:buNone/>
              <a:defRPr sz="2200" b="0"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78880" y="2740732"/>
            <a:ext cx="4572000" cy="3288847"/>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8" name="Footer Placeholder 7"/>
          <p:cNvSpPr>
            <a:spLocks noGrp="1"/>
          </p:cNvSpPr>
          <p:nvPr>
            <p:ph type="ftr" sz="quarter" idx="11"/>
          </p:nvPr>
        </p:nvSpPr>
        <p:spPr/>
        <p:txBody>
          <a:bodyPr/>
          <a:lstStyle/>
          <a:p>
            <a:r>
              <a:rPr lang="en-US" smtClean="0"/>
              <a:t>Indocosmo Systems Pvt. Ltd. All Rights Reserved</a:t>
            </a:r>
            <a:endParaRPr/>
          </a:p>
        </p:txBody>
      </p:sp>
      <p:sp>
        <p:nvSpPr>
          <p:cNvPr id="9" name="Slide Number Placeholder 8"/>
          <p:cNvSpPr>
            <a:spLocks noGrp="1"/>
          </p:cNvSpPr>
          <p:nvPr>
            <p:ph type="sldNum" sz="quarter" idx="12"/>
          </p:nvPr>
        </p:nvSpPr>
        <p:spPr/>
        <p:txBody>
          <a:bodyPr/>
          <a:lstStyle/>
          <a:p>
            <a:fld id="{CA8D9AD5-F248-4919-864A-CFD76CC027D6}" type="slidenum">
              <a:rPr/>
              <a:pPr/>
              <a:t>‹#›</a:t>
            </a:fld>
            <a:endParaRPr/>
          </a:p>
        </p:txBody>
      </p:sp>
    </p:spTree>
    <p:extLst>
      <p:ext uri="{BB962C8B-B14F-4D97-AF65-F5344CB8AC3E}">
        <p14:creationId xmlns="" xmlns:p14="http://schemas.microsoft.com/office/powerpoint/2010/main" val="405708082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4" name="Footer Placeholder 3"/>
          <p:cNvSpPr>
            <a:spLocks noGrp="1"/>
          </p:cNvSpPr>
          <p:nvPr>
            <p:ph type="ftr" sz="quarter" idx="11"/>
          </p:nvPr>
        </p:nvSpPr>
        <p:spPr/>
        <p:txBody>
          <a:bodyPr/>
          <a:lstStyle/>
          <a:p>
            <a:r>
              <a:rPr lang="en-US" smtClean="0"/>
              <a:t>Indocosmo Systems Pvt. Ltd. All Rights Reserved</a:t>
            </a:r>
            <a:endParaRPr/>
          </a:p>
        </p:txBody>
      </p:sp>
      <p:sp>
        <p:nvSpPr>
          <p:cNvPr id="5" name="Slide Number Placeholder 4"/>
          <p:cNvSpPr>
            <a:spLocks noGrp="1"/>
          </p:cNvSpPr>
          <p:nvPr>
            <p:ph type="sldNum" sz="quarter" idx="12"/>
          </p:nvPr>
        </p:nvSpPr>
        <p:spPr/>
        <p:txBody>
          <a:bodyPr/>
          <a:lstStyle/>
          <a:p>
            <a:fld id="{CA8D9AD5-F248-4919-864A-CFD76CC027D6}" type="slidenum">
              <a:rPr/>
              <a:pPr/>
              <a:t>‹#›</a:t>
            </a:fld>
            <a:endParaRPr/>
          </a:p>
        </p:txBody>
      </p:sp>
    </p:spTree>
    <p:extLst>
      <p:ext uri="{BB962C8B-B14F-4D97-AF65-F5344CB8AC3E}">
        <p14:creationId xmlns="" xmlns:p14="http://schemas.microsoft.com/office/powerpoint/2010/main" val="842011030"/>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lvl1pPr>
              <a:defRPr>
                <a:solidFill>
                  <a:schemeClr val="tx2"/>
                </a:solidFill>
              </a:defRPr>
            </a:lvl1pPr>
          </a:lstStyle>
          <a:p>
            <a:r>
              <a:rPr lang="en-US" smtClean="0"/>
              <a:t>Indocosmo Systems Pvt. Ltd. All Rights Reserved</a:t>
            </a:r>
            <a:endParaRPr/>
          </a:p>
        </p:txBody>
      </p:sp>
      <p:sp>
        <p:nvSpPr>
          <p:cNvPr id="4" name="Slide Number Placeholder 3"/>
          <p:cNvSpPr>
            <a:spLocks noGrp="1"/>
          </p:cNvSpPr>
          <p:nvPr>
            <p:ph type="sldNum" sz="quarter" idx="12"/>
          </p:nvPr>
        </p:nvSpPr>
        <p:spPr/>
        <p:txBody>
          <a:bodyPr/>
          <a:lstStyle>
            <a:lvl1pPr>
              <a:defRPr>
                <a:solidFill>
                  <a:schemeClr val="tx2"/>
                </a:solidFill>
              </a:defRPr>
            </a:lvl1pPr>
          </a:lstStyle>
          <a:p>
            <a:fld id="{CA8D9AD5-F248-4919-864A-CFD76CC027D6}" type="slidenum">
              <a:rPr/>
              <a:pPr/>
              <a:t>‹#›</a:t>
            </a:fld>
            <a:endParaRPr/>
          </a:p>
        </p:txBody>
      </p:sp>
    </p:spTree>
    <p:extLst>
      <p:ext uri="{BB962C8B-B14F-4D97-AF65-F5344CB8AC3E}">
        <p14:creationId xmlns="" xmlns:p14="http://schemas.microsoft.com/office/powerpoint/2010/main" val="2559003960"/>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60412" y="2362200"/>
            <a:ext cx="3200400" cy="1990725"/>
          </a:xfrm>
        </p:spPr>
        <p:txBody>
          <a:bodyPr anchor="b">
            <a:normAutofit/>
          </a:bodyPr>
          <a:lstStyle>
            <a:lvl1pPr>
              <a:defRPr sz="3400" b="0"/>
            </a:lvl1pPr>
          </a:lstStyle>
          <a:p>
            <a:r>
              <a:rPr lang="en-US" smtClean="0"/>
              <a:t>Click to edit Master title style</a:t>
            </a:r>
            <a:endParaRPr/>
          </a:p>
        </p:txBody>
      </p:sp>
      <p:sp>
        <p:nvSpPr>
          <p:cNvPr id="4" name="Text Placeholder 3"/>
          <p:cNvSpPr>
            <a:spLocks noGrp="1"/>
          </p:cNvSpPr>
          <p:nvPr>
            <p:ph type="body" sz="half" idx="2"/>
          </p:nvPr>
        </p:nvSpPr>
        <p:spPr>
          <a:xfrm>
            <a:off x="760412" y="4367308"/>
            <a:ext cx="3200400" cy="1622012"/>
          </a:xfrm>
        </p:spPr>
        <p:txBody>
          <a:bodyPr>
            <a:normAutofit/>
          </a:bodyPr>
          <a:lstStyle>
            <a:lvl1pPr marL="0" indent="0">
              <a:spcBef>
                <a:spcPts val="12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Content Placeholder 2"/>
          <p:cNvSpPr>
            <a:spLocks noGrp="1"/>
          </p:cNvSpPr>
          <p:nvPr>
            <p:ph idx="1"/>
          </p:nvPr>
        </p:nvSpPr>
        <p:spPr>
          <a:xfrm>
            <a:off x="4494212" y="685800"/>
            <a:ext cx="7239001" cy="54864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6" name="Footer Placeholder 5"/>
          <p:cNvSpPr>
            <a:spLocks noGrp="1"/>
          </p:cNvSpPr>
          <p:nvPr>
            <p:ph type="ftr" sz="quarter" idx="11"/>
          </p:nvPr>
        </p:nvSpPr>
        <p:spPr/>
        <p:txBody>
          <a:bodyPr/>
          <a:lstStyle/>
          <a:p>
            <a:r>
              <a:rPr lang="en-US" smtClean="0"/>
              <a:t>Indocosmo Systems Pvt. Ltd. All Rights Reserved</a:t>
            </a:r>
            <a:endParaRPr/>
          </a:p>
        </p:txBody>
      </p:sp>
      <p:sp>
        <p:nvSpPr>
          <p:cNvPr id="5" name="Date Placeholder 4"/>
          <p:cNvSpPr>
            <a:spLocks noGrp="1"/>
          </p:cNvSpPr>
          <p:nvPr>
            <p:ph type="dt" sz="half" idx="10"/>
          </p:nvPr>
        </p:nvSpPr>
        <p:spPr/>
        <p:txBody>
          <a:bodyPr/>
          <a:lstStyle/>
          <a:p>
            <a:fld id="{D4ABB286-16C3-4783-AA2A-B9EBBA081DDE}" type="datetime1">
              <a:rPr lang="en-US" smtClean="0"/>
              <a:pPr/>
              <a:t>11/8/2017</a:t>
            </a:fld>
            <a:endParaRPr/>
          </a:p>
        </p:txBody>
      </p:sp>
      <p:sp>
        <p:nvSpPr>
          <p:cNvPr id="7" name="Slide Number Placeholder 6"/>
          <p:cNvSpPr>
            <a:spLocks noGrp="1"/>
          </p:cNvSpPr>
          <p:nvPr>
            <p:ph type="sldNum" sz="quarter" idx="12"/>
          </p:nvPr>
        </p:nvSpPr>
        <p:spPr/>
        <p:txBody>
          <a:bodyPr/>
          <a:lstStyle/>
          <a:p>
            <a:fld id="{CA8D9AD5-F248-4919-864A-CFD76CC027D6}" type="slidenum">
              <a:rPr/>
              <a:pPr/>
              <a:t>‹#›</a:t>
            </a:fld>
            <a:endParaRPr/>
          </a:p>
        </p:txBody>
      </p:sp>
    </p:spTree>
    <p:extLst>
      <p:ext uri="{BB962C8B-B14F-4D97-AF65-F5344CB8AC3E}">
        <p14:creationId xmlns="" xmlns:p14="http://schemas.microsoft.com/office/powerpoint/2010/main" val="143594665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objTx" preserve="1">
  <p:cSld name="Alternate Content with Caption">
    <p:spTree>
      <p:nvGrpSpPr>
        <p:cNvPr id="1" name=""/>
        <p:cNvGrpSpPr/>
        <p:nvPr/>
      </p:nvGrpSpPr>
      <p:grpSpPr>
        <a:xfrm>
          <a:off x="0" y="0"/>
          <a:ext cx="0" cy="0"/>
          <a:chOff x="0" y="0"/>
          <a:chExt cx="0" cy="0"/>
        </a:xfrm>
      </p:grpSpPr>
      <p:sp>
        <p:nvSpPr>
          <p:cNvPr id="8" name="Rectangle 7"/>
          <p:cNvSpPr/>
          <p:nvPr/>
        </p:nvSpPr>
        <p:spPr bwMode="ltGray">
          <a:xfrm>
            <a:off x="0" y="0"/>
            <a:ext cx="4873752" cy="6858000"/>
          </a:xfrm>
          <a:prstGeom prst="rect">
            <a:avLst/>
          </a:prstGeom>
          <a:gradFill flip="none" rotWithShape="1">
            <a:gsLst>
              <a:gs pos="100000">
                <a:schemeClr val="tx2">
                  <a:lumMod val="75000"/>
                </a:schemeClr>
              </a:gs>
              <a:gs pos="0">
                <a:schemeClr val="tx2"/>
              </a:gs>
            </a:gsLst>
            <a:path path="circle">
              <a:fillToRect l="50000" t="50000" r="50000" b="50000"/>
            </a:path>
            <a:tileRect/>
          </a:gra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a:ln>
                <a:noFill/>
              </a:ln>
              <a:solidFill>
                <a:prstClr val="white"/>
              </a:solidFill>
              <a:effectLst/>
              <a:uLnTx/>
              <a:uFillTx/>
              <a:latin typeface="Euphemia"/>
              <a:ea typeface="+mn-ea"/>
              <a:cs typeface="+mn-cs"/>
            </a:endParaRPr>
          </a:p>
        </p:txBody>
      </p:sp>
      <p:sp>
        <p:nvSpPr>
          <p:cNvPr id="2" name="Title 1"/>
          <p:cNvSpPr>
            <a:spLocks noGrp="1"/>
          </p:cNvSpPr>
          <p:nvPr>
            <p:ph type="title"/>
          </p:nvPr>
        </p:nvSpPr>
        <p:spPr>
          <a:xfrm>
            <a:off x="760412" y="2362200"/>
            <a:ext cx="3200400" cy="1990725"/>
          </a:xfrm>
        </p:spPr>
        <p:txBody>
          <a:bodyPr anchor="b">
            <a:normAutofit/>
          </a:bodyPr>
          <a:lstStyle>
            <a:lvl1pPr>
              <a:defRPr sz="3400" b="0">
                <a:solidFill>
                  <a:schemeClr val="bg1"/>
                </a:solidFill>
              </a:defRPr>
            </a:lvl1pPr>
          </a:lstStyle>
          <a:p>
            <a:r>
              <a:rPr lang="en-US" smtClean="0"/>
              <a:t>Click to edit Master title style</a:t>
            </a:r>
            <a:endParaRPr/>
          </a:p>
        </p:txBody>
      </p:sp>
      <p:sp>
        <p:nvSpPr>
          <p:cNvPr id="4" name="Text Placeholder 3"/>
          <p:cNvSpPr>
            <a:spLocks noGrp="1"/>
          </p:cNvSpPr>
          <p:nvPr>
            <p:ph type="body" sz="half" idx="2"/>
          </p:nvPr>
        </p:nvSpPr>
        <p:spPr>
          <a:xfrm>
            <a:off x="760412" y="4367308"/>
            <a:ext cx="3200400" cy="1622012"/>
          </a:xfrm>
        </p:spPr>
        <p:txBody>
          <a:bodyPr>
            <a:normAutofit/>
          </a:bodyPr>
          <a:lstStyle>
            <a:lvl1pPr marL="0" indent="0">
              <a:spcBef>
                <a:spcPts val="1200"/>
              </a:spcBef>
              <a:buNone/>
              <a:defRPr sz="16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Content Placeholder 2"/>
          <p:cNvSpPr>
            <a:spLocks noGrp="1"/>
          </p:cNvSpPr>
          <p:nvPr>
            <p:ph idx="1"/>
          </p:nvPr>
        </p:nvSpPr>
        <p:spPr>
          <a:xfrm>
            <a:off x="5362892" y="685800"/>
            <a:ext cx="6370320" cy="54864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6" name="Footer Placeholder 5"/>
          <p:cNvSpPr>
            <a:spLocks noGrp="1"/>
          </p:cNvSpPr>
          <p:nvPr>
            <p:ph type="ftr" sz="quarter" idx="11"/>
          </p:nvPr>
        </p:nvSpPr>
        <p:spPr/>
        <p:txBody>
          <a:bodyPr/>
          <a:lstStyle/>
          <a:p>
            <a:r>
              <a:rPr lang="en-US" smtClean="0"/>
              <a:t>Indocosmo Systems Pvt. Ltd. All Rights Reserved</a:t>
            </a:r>
            <a:endParaRPr/>
          </a:p>
        </p:txBody>
      </p:sp>
      <p:sp>
        <p:nvSpPr>
          <p:cNvPr id="5" name="Date Placeholder 4"/>
          <p:cNvSpPr>
            <a:spLocks noGrp="1"/>
          </p:cNvSpPr>
          <p:nvPr>
            <p:ph type="dt" sz="half" idx="10"/>
          </p:nvPr>
        </p:nvSpPr>
        <p:spPr/>
        <p:txBody>
          <a:bodyPr/>
          <a:lstStyle>
            <a:lvl1pPr>
              <a:defRPr>
                <a:solidFill>
                  <a:schemeClr val="tx2"/>
                </a:solidFill>
              </a:defRPr>
            </a:lvl1pPr>
          </a:lstStyle>
          <a:p>
            <a:fld id="{4A3DC464-E8E0-435A-8721-5808739BC53E}" type="datetime1">
              <a:rPr lang="en-US" smtClean="0"/>
              <a:pPr/>
              <a:t>11/8/2017</a:t>
            </a:fld>
            <a:endParaRPr/>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A8D9AD5-F248-4919-864A-CFD76CC027D6}" type="slidenum">
              <a:rPr/>
              <a:pPr/>
              <a:t>‹#›</a:t>
            </a:fld>
            <a:endParaRPr/>
          </a:p>
        </p:txBody>
      </p:sp>
    </p:spTree>
    <p:extLst>
      <p:ext uri="{BB962C8B-B14F-4D97-AF65-F5344CB8AC3E}">
        <p14:creationId xmlns="" xmlns:p14="http://schemas.microsoft.com/office/powerpoint/2010/main" val="376930780"/>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userDrawn="1"/>
        </p:nvSpPr>
        <p:spPr bwMode="ltGray">
          <a:xfrm>
            <a:off x="7315200" y="0"/>
            <a:ext cx="4873752" cy="6858000"/>
          </a:xfrm>
          <a:prstGeom prst="rect">
            <a:avLst/>
          </a:prstGeom>
          <a:gradFill flip="none" rotWithShape="1">
            <a:gsLst>
              <a:gs pos="100000">
                <a:schemeClr val="tx2">
                  <a:lumMod val="75000"/>
                </a:schemeClr>
              </a:gs>
              <a:gs pos="0">
                <a:schemeClr val="tx2"/>
              </a:gs>
            </a:gsLst>
            <a:path path="circle">
              <a:fillToRect l="50000" t="50000" r="50000" b="50000"/>
            </a:path>
            <a:tileRect/>
          </a:gradFill>
          <a:ln w="9525"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a:ln>
                <a:noFill/>
              </a:ln>
              <a:solidFill>
                <a:prstClr val="white"/>
              </a:solidFill>
              <a:effectLst/>
              <a:uLnTx/>
              <a:uFillTx/>
              <a:latin typeface="Euphemia"/>
              <a:ea typeface="+mn-ea"/>
              <a:cs typeface="+mn-cs"/>
            </a:endParaRPr>
          </a:p>
        </p:txBody>
      </p:sp>
      <p:sp>
        <p:nvSpPr>
          <p:cNvPr id="2" name="Title 1"/>
          <p:cNvSpPr>
            <a:spLocks noGrp="1"/>
          </p:cNvSpPr>
          <p:nvPr>
            <p:ph type="title"/>
          </p:nvPr>
        </p:nvSpPr>
        <p:spPr>
          <a:xfrm>
            <a:off x="7923214" y="2362200"/>
            <a:ext cx="3200400" cy="1993392"/>
          </a:xfrm>
        </p:spPr>
        <p:txBody>
          <a:bodyPr anchor="b">
            <a:normAutofit/>
          </a:bodyPr>
          <a:lstStyle>
            <a:lvl1pPr>
              <a:defRPr sz="3400" b="0">
                <a:solidFill>
                  <a:schemeClr val="bg1"/>
                </a:solidFill>
              </a:defRPr>
            </a:lvl1pPr>
          </a:lstStyle>
          <a:p>
            <a:r>
              <a:rPr lang="en-US" smtClean="0"/>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0" y="0"/>
            <a:ext cx="7315200" cy="6858000"/>
          </a:xfrm>
          <a:solidFill>
            <a:schemeClr val="bg2">
              <a:lumMod val="90000"/>
            </a:schemeClr>
          </a:solidFill>
        </p:spPr>
        <p:txBody>
          <a:bodyPr/>
          <a:lstStyle>
            <a:lvl1pPr marL="0" indent="0" algn="ctr">
              <a:buNone/>
              <a:defRPr sz="3200">
                <a:solidFill>
                  <a:schemeClr val="tx2"/>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a:p>
        </p:txBody>
      </p:sp>
      <p:sp>
        <p:nvSpPr>
          <p:cNvPr id="4" name="Text Placeholder 3"/>
          <p:cNvSpPr>
            <a:spLocks noGrp="1"/>
          </p:cNvSpPr>
          <p:nvPr>
            <p:ph type="body" sz="half" idx="2"/>
          </p:nvPr>
        </p:nvSpPr>
        <p:spPr>
          <a:xfrm>
            <a:off x="7923214" y="4355592"/>
            <a:ext cx="3200400" cy="1644614"/>
          </a:xfrm>
        </p:spPr>
        <p:txBody>
          <a:bodyPr>
            <a:normAutofit/>
          </a:bodyPr>
          <a:lstStyle>
            <a:lvl1pPr marL="0" indent="0">
              <a:spcBef>
                <a:spcPts val="1200"/>
              </a:spcBef>
              <a:buNone/>
              <a:defRPr sz="16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Footer Placeholder 5"/>
          <p:cNvSpPr>
            <a:spLocks noGrp="1"/>
          </p:cNvSpPr>
          <p:nvPr>
            <p:ph type="ftr" sz="quarter" idx="11"/>
          </p:nvPr>
        </p:nvSpPr>
        <p:spPr/>
        <p:txBody>
          <a:bodyPr/>
          <a:lstStyle/>
          <a:p>
            <a:r>
              <a:rPr lang="en-US" smtClean="0"/>
              <a:t>Indocosmo Systems Pvt. Ltd. All Rights Reserved</a:t>
            </a:r>
            <a:endParaRPr/>
          </a:p>
        </p:txBody>
      </p:sp>
      <p:sp>
        <p:nvSpPr>
          <p:cNvPr id="7" name="Slide Number Placeholder 6"/>
          <p:cNvSpPr>
            <a:spLocks noGrp="1"/>
          </p:cNvSpPr>
          <p:nvPr>
            <p:ph type="sldNum" sz="quarter" idx="12"/>
          </p:nvPr>
        </p:nvSpPr>
        <p:spPr/>
        <p:txBody>
          <a:bodyPr/>
          <a:lstStyle/>
          <a:p>
            <a:fld id="{CA8D9AD5-F248-4919-864A-CFD76CC027D6}" type="slidenum">
              <a:rPr/>
              <a:pPr/>
              <a:t>‹#›</a:t>
            </a:fld>
            <a:endParaRPr/>
          </a:p>
        </p:txBody>
      </p:sp>
    </p:spTree>
    <p:extLst>
      <p:ext uri="{BB962C8B-B14F-4D97-AF65-F5344CB8AC3E}">
        <p14:creationId xmlns="" xmlns:p14="http://schemas.microsoft.com/office/powerpoint/2010/main" val="1371734621"/>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11"/>
          </p:nvPr>
        </p:nvSpPr>
        <p:spPr/>
        <p:txBody>
          <a:bodyPr/>
          <a:lstStyle/>
          <a:p>
            <a:r>
              <a:rPr lang="en-US" smtClean="0"/>
              <a:t>Indocosmo Systems Pvt. Ltd. All Rights Reserved</a:t>
            </a:r>
            <a:endParaRPr/>
          </a:p>
        </p:txBody>
      </p:sp>
      <p:sp>
        <p:nvSpPr>
          <p:cNvPr id="6" name="Slide Number Placeholder 5"/>
          <p:cNvSpPr>
            <a:spLocks noGrp="1"/>
          </p:cNvSpPr>
          <p:nvPr>
            <p:ph type="sldNum" sz="quarter" idx="12"/>
          </p:nvPr>
        </p:nvSpPr>
        <p:spPr/>
        <p:txBody>
          <a:bodyPr/>
          <a:lstStyle/>
          <a:p>
            <a:fld id="{CA8D9AD5-F248-4919-864A-CFD76CC027D6}" type="slidenum">
              <a:rPr/>
              <a:pPr/>
              <a:t>‹#›</a:t>
            </a:fld>
            <a:endParaRPr/>
          </a:p>
        </p:txBody>
      </p:sp>
    </p:spTree>
    <p:extLst>
      <p:ext uri="{BB962C8B-B14F-4D97-AF65-F5344CB8AC3E}">
        <p14:creationId xmlns="" xmlns:p14="http://schemas.microsoft.com/office/powerpoint/2010/main" val="3338572201"/>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274638"/>
            <a:ext cx="2628900" cy="5897562"/>
          </a:xfrm>
        </p:spPr>
        <p:txBody>
          <a:bodyPr vert="eaVert"/>
          <a:lstStyle/>
          <a:p>
            <a:r>
              <a:rPr lang="en-US" smtClean="0"/>
              <a:t>Click to edit Master title style</a:t>
            </a:r>
            <a:endParaRPr/>
          </a:p>
        </p:txBody>
      </p:sp>
      <p:sp>
        <p:nvSpPr>
          <p:cNvPr id="3" name="Vertical Text Placeholder 2"/>
          <p:cNvSpPr>
            <a:spLocks noGrp="1"/>
          </p:cNvSpPr>
          <p:nvPr>
            <p:ph type="body" orient="vert" idx="1"/>
          </p:nvPr>
        </p:nvSpPr>
        <p:spPr>
          <a:xfrm>
            <a:off x="838200" y="274638"/>
            <a:ext cx="7734300" cy="5897562"/>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11"/>
          </p:nvPr>
        </p:nvSpPr>
        <p:spPr/>
        <p:txBody>
          <a:bodyPr/>
          <a:lstStyle/>
          <a:p>
            <a:r>
              <a:rPr lang="en-US" smtClean="0"/>
              <a:t>Indocosmo Systems Pvt. Ltd. All Rights Reserved</a:t>
            </a:r>
            <a:endParaRPr/>
          </a:p>
        </p:txBody>
      </p:sp>
      <p:sp>
        <p:nvSpPr>
          <p:cNvPr id="6" name="Slide Number Placeholder 5"/>
          <p:cNvSpPr>
            <a:spLocks noGrp="1"/>
          </p:cNvSpPr>
          <p:nvPr>
            <p:ph type="sldNum" sz="quarter" idx="12"/>
          </p:nvPr>
        </p:nvSpPr>
        <p:spPr/>
        <p:txBody>
          <a:bodyPr/>
          <a:lstStyle/>
          <a:p>
            <a:fld id="{CA8D9AD5-F248-4919-864A-CFD76CC027D6}" type="slidenum">
              <a:rPr/>
              <a:pPr/>
              <a:t>‹#›</a:t>
            </a:fld>
            <a:endParaRPr/>
          </a:p>
        </p:txBody>
      </p:sp>
    </p:spTree>
    <p:extLst>
      <p:ext uri="{BB962C8B-B14F-4D97-AF65-F5344CB8AC3E}">
        <p14:creationId xmlns="" xmlns:p14="http://schemas.microsoft.com/office/powerpoint/2010/main" val="2751558224"/>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sp>
        <p:nvSpPr>
          <p:cNvPr id="7" name="Rectangle 6"/>
          <p:cNvSpPr/>
          <p:nvPr/>
        </p:nvSpPr>
        <p:spPr bwMode="ltGray">
          <a:xfrm>
            <a:off x="1587" y="6553200"/>
            <a:ext cx="12188826" cy="304800"/>
          </a:xfrm>
          <a:prstGeom prst="rect">
            <a:avLst/>
          </a:prstGeom>
          <a:gradFill flip="none" rotWithShape="1">
            <a:gsLst>
              <a:gs pos="100000">
                <a:schemeClr val="tx2">
                  <a:lumMod val="75000"/>
                </a:schemeClr>
              </a:gs>
              <a:gs pos="0">
                <a:schemeClr val="tx2"/>
              </a:gs>
            </a:gsLst>
            <a:path path="circle">
              <a:fillToRect l="50000" t="50000" r="50000" b="50000"/>
            </a:path>
            <a:tileRect/>
          </a:gradFill>
          <a:ln w="9525" cap="flat" cmpd="sng" algn="ctr">
            <a:noFill/>
            <a:prstDash val="solid"/>
          </a:ln>
          <a:effectLst/>
        </p:spPr>
        <p:txBody>
          <a:bodyPr rtlCol="0" anchor="ctr"/>
          <a:lstStyle/>
          <a:p>
            <a:pPr marR="0" lvl="0" indent="0" algn="ctr" fontAlgn="auto">
              <a:lnSpc>
                <a:spcPct val="100000"/>
              </a:lnSpc>
              <a:spcBef>
                <a:spcPts val="0"/>
              </a:spcBef>
              <a:spcAft>
                <a:spcPts val="0"/>
              </a:spcAft>
              <a:buClrTx/>
              <a:buSzTx/>
              <a:buFontTx/>
              <a:buNone/>
              <a:tabLst/>
            </a:pPr>
            <a:endParaRPr kumimoji="0" b="0" i="0" u="none" strike="noStrike" kern="0" cap="none" spc="0" normalizeH="0" baseline="0">
              <a:ln>
                <a:noFill/>
              </a:ln>
              <a:solidFill>
                <a:prstClr val="white"/>
              </a:solidFill>
              <a:effectLst/>
              <a:uLnTx/>
              <a:uFillTx/>
              <a:latin typeface="Euphemia"/>
            </a:endParaRPr>
          </a:p>
        </p:txBody>
      </p:sp>
      <p:sp>
        <p:nvSpPr>
          <p:cNvPr id="2" name="Title Placeholder 1"/>
          <p:cNvSpPr>
            <a:spLocks noGrp="1"/>
          </p:cNvSpPr>
          <p:nvPr>
            <p:ph type="title"/>
          </p:nvPr>
        </p:nvSpPr>
        <p:spPr>
          <a:xfrm>
            <a:off x="1341120" y="467360"/>
            <a:ext cx="9509760" cy="1233424"/>
          </a:xfrm>
          <a:prstGeom prst="rect">
            <a:avLst/>
          </a:prstGeom>
        </p:spPr>
        <p:txBody>
          <a:bodyPr vert="horz" lIns="91440" tIns="45720" rIns="91440" bIns="45720" rtlCol="0" anchor="b">
            <a:normAutofit/>
          </a:bodyPr>
          <a:lstStyle/>
          <a:p>
            <a:r>
              <a:rPr lang="en-US" smtClean="0"/>
              <a:t>Click to edit Master title style</a:t>
            </a:r>
            <a:endParaRPr/>
          </a:p>
        </p:txBody>
      </p:sp>
      <p:sp>
        <p:nvSpPr>
          <p:cNvPr id="3" name="Text Placeholder 2"/>
          <p:cNvSpPr>
            <a:spLocks noGrp="1"/>
          </p:cNvSpPr>
          <p:nvPr>
            <p:ph type="body" idx="1"/>
          </p:nvPr>
        </p:nvSpPr>
        <p:spPr>
          <a:xfrm>
            <a:off x="1341120" y="1901952"/>
            <a:ext cx="9509760" cy="412762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Footer Placeholder 4"/>
          <p:cNvSpPr>
            <a:spLocks noGrp="1"/>
          </p:cNvSpPr>
          <p:nvPr>
            <p:ph type="ftr" sz="quarter" idx="3"/>
          </p:nvPr>
        </p:nvSpPr>
        <p:spPr>
          <a:xfrm>
            <a:off x="1341120" y="6601968"/>
            <a:ext cx="7159752" cy="237744"/>
          </a:xfrm>
          <a:prstGeom prst="rect">
            <a:avLst/>
          </a:prstGeom>
        </p:spPr>
        <p:txBody>
          <a:bodyPr vert="horz" lIns="91440" tIns="45720" rIns="91440" bIns="45720" rtlCol="0" anchor="ctr"/>
          <a:lstStyle>
            <a:lvl1pPr algn="l">
              <a:defRPr sz="1100" cap="all" baseline="0">
                <a:solidFill>
                  <a:schemeClr val="bg2"/>
                </a:solidFill>
              </a:defRPr>
            </a:lvl1pPr>
          </a:lstStyle>
          <a:p>
            <a:r>
              <a:rPr lang="en-US" smtClean="0"/>
              <a:t>Indocosmo Systems Pvt. Ltd. All Rights Reserved</a:t>
            </a:r>
            <a:endParaRPr lang="en-US" dirty="0"/>
          </a:p>
        </p:txBody>
      </p:sp>
      <p:sp>
        <p:nvSpPr>
          <p:cNvPr id="4" name="Date Placeholder 3"/>
          <p:cNvSpPr>
            <a:spLocks noGrp="1"/>
          </p:cNvSpPr>
          <p:nvPr>
            <p:ph type="dt" sz="half" idx="2"/>
          </p:nvPr>
        </p:nvSpPr>
        <p:spPr>
          <a:xfrm>
            <a:off x="8875776" y="6601968"/>
            <a:ext cx="960120" cy="237744"/>
          </a:xfrm>
          <a:prstGeom prst="rect">
            <a:avLst/>
          </a:prstGeom>
        </p:spPr>
        <p:txBody>
          <a:bodyPr vert="horz" lIns="91440" tIns="45720" rIns="91440" bIns="45720" rtlCol="0" anchor="ctr"/>
          <a:lstStyle>
            <a:lvl1pPr algn="r">
              <a:defRPr sz="1100">
                <a:solidFill>
                  <a:schemeClr val="bg2"/>
                </a:solidFill>
              </a:defRPr>
            </a:lvl1pPr>
          </a:lstStyle>
          <a:p>
            <a:fld id="{A58171AB-CE22-4F77-A6B5-BB13C3E53249}" type="datetime1">
              <a:rPr lang="en-US" smtClean="0"/>
              <a:pPr/>
              <a:t>11/8/2017</a:t>
            </a:fld>
            <a:endParaRPr lang="en-US" dirty="0"/>
          </a:p>
        </p:txBody>
      </p:sp>
      <p:sp>
        <p:nvSpPr>
          <p:cNvPr id="6" name="Slide Number Placeholder 5"/>
          <p:cNvSpPr>
            <a:spLocks noGrp="1"/>
          </p:cNvSpPr>
          <p:nvPr>
            <p:ph type="sldNum" sz="quarter" idx="4"/>
          </p:nvPr>
        </p:nvSpPr>
        <p:spPr>
          <a:xfrm>
            <a:off x="10210800" y="6601968"/>
            <a:ext cx="640080" cy="237744"/>
          </a:xfrm>
          <a:prstGeom prst="rect">
            <a:avLst/>
          </a:prstGeom>
        </p:spPr>
        <p:txBody>
          <a:bodyPr vert="horz" lIns="91440" tIns="45720" rIns="91440" bIns="45720" rtlCol="0" anchor="ctr"/>
          <a:lstStyle>
            <a:lvl1pPr algn="r">
              <a:defRPr sz="1100">
                <a:solidFill>
                  <a:schemeClr val="bg2"/>
                </a:solidFill>
              </a:defRPr>
            </a:lvl1pPr>
          </a:lstStyle>
          <a:p>
            <a:fld id="{CA8D9AD5-F248-4919-864A-CFD76CC027D6}" type="slidenum">
              <a:rPr lang="en-US" smtClean="0"/>
              <a:pPr/>
              <a:t>‹#›</a:t>
            </a:fld>
            <a:endParaRPr lang="en-US" dirty="0"/>
          </a:p>
        </p:txBody>
      </p:sp>
    </p:spTree>
    <p:extLst>
      <p:ext uri="{BB962C8B-B14F-4D97-AF65-F5344CB8AC3E}">
        <p14:creationId xmlns="" xmlns:p14="http://schemas.microsoft.com/office/powerpoint/2010/main" val="25637609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2" r:id="rId4"/>
    <p:sldLayoutId id="2147483661" r:id="rId5"/>
    <p:sldLayoutId id="2147483653" r:id="rId6"/>
    <p:sldLayoutId id="2147483654" r:id="rId7"/>
    <p:sldLayoutId id="2147483655" r:id="rId8"/>
    <p:sldLayoutId id="2147483656" r:id="rId9"/>
    <p:sldLayoutId id="2147483663" r:id="rId10"/>
    <p:sldLayoutId id="2147483657" r:id="rId11"/>
    <p:sldLayoutId id="2147483658" r:id="rId12"/>
    <p:sldLayoutId id="2147483659" r:id="rId13"/>
  </p:sldLayoutIdLst>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hf hdr="0" dt="0"/>
  <p:txStyles>
    <p:titleStyle>
      <a:lvl1pPr marL="0" indent="0" algn="l" defTabSz="914400" rtl="0" eaLnBrk="1" latinLnBrk="0" hangingPunct="1">
        <a:lnSpc>
          <a:spcPct val="90000"/>
        </a:lnSpc>
        <a:spcBef>
          <a:spcPct val="0"/>
        </a:spcBef>
        <a:buFont typeface="Arial" pitchFamily="34" charset="0"/>
        <a:buNone/>
        <a:defRPr sz="3400" kern="1200">
          <a:solidFill>
            <a:schemeClr val="tx2">
              <a:lumMod val="75000"/>
            </a:schemeClr>
          </a:solidFill>
          <a:latin typeface="+mj-lt"/>
          <a:ea typeface="+mj-ea"/>
          <a:cs typeface="+mj-cs"/>
        </a:defRPr>
      </a:lvl1pPr>
    </p:titleStyle>
    <p:bodyStyle>
      <a:lvl1pPr marL="274320" indent="-228600" algn="l" defTabSz="914400" rtl="0" eaLnBrk="1" latinLnBrk="0" hangingPunct="1">
        <a:lnSpc>
          <a:spcPct val="90000"/>
        </a:lnSpc>
        <a:spcBef>
          <a:spcPts val="1800"/>
        </a:spcBef>
        <a:buClr>
          <a:schemeClr val="tx2"/>
        </a:buClr>
        <a:buSzPct val="80000"/>
        <a:buFont typeface="Wingdings" pitchFamily="2" charset="2"/>
        <a:buChar char="§"/>
        <a:defRPr sz="2000" kern="1200">
          <a:solidFill>
            <a:schemeClr val="tx2"/>
          </a:solidFill>
          <a:latin typeface="+mn-lt"/>
          <a:ea typeface="+mn-ea"/>
          <a:cs typeface="+mn-cs"/>
        </a:defRPr>
      </a:lvl1pPr>
      <a:lvl2pPr marL="594360" indent="-228600" algn="l" defTabSz="914400" rtl="0" eaLnBrk="1" latinLnBrk="0" hangingPunct="1">
        <a:lnSpc>
          <a:spcPct val="90000"/>
        </a:lnSpc>
        <a:spcBef>
          <a:spcPts val="1000"/>
        </a:spcBef>
        <a:buClr>
          <a:schemeClr val="tx2"/>
        </a:buClr>
        <a:buSzPct val="80000"/>
        <a:buFont typeface="Wingdings" pitchFamily="2" charset="2"/>
        <a:buChar char="§"/>
        <a:defRPr sz="1800" kern="1200">
          <a:solidFill>
            <a:schemeClr val="tx2"/>
          </a:solidFill>
          <a:latin typeface="+mn-lt"/>
          <a:ea typeface="+mn-ea"/>
          <a:cs typeface="+mn-cs"/>
        </a:defRPr>
      </a:lvl2pPr>
      <a:lvl3pPr marL="914400" indent="-228600" algn="l" defTabSz="914400" rtl="0" eaLnBrk="1" latinLnBrk="0" hangingPunct="1">
        <a:lnSpc>
          <a:spcPct val="90000"/>
        </a:lnSpc>
        <a:spcBef>
          <a:spcPts val="800"/>
        </a:spcBef>
        <a:buClr>
          <a:schemeClr val="tx2"/>
        </a:buClr>
        <a:buSzPct val="80000"/>
        <a:buFont typeface="Wingdings" pitchFamily="2" charset="2"/>
        <a:buChar char="§"/>
        <a:defRPr sz="1600" kern="1200">
          <a:solidFill>
            <a:schemeClr val="tx2"/>
          </a:solidFill>
          <a:latin typeface="+mn-lt"/>
          <a:ea typeface="+mn-ea"/>
          <a:cs typeface="+mn-cs"/>
        </a:defRPr>
      </a:lvl3pPr>
      <a:lvl4pPr marL="1234440" indent="-228600" algn="l" defTabSz="914400" rtl="0" eaLnBrk="1" latinLnBrk="0" hangingPunct="1">
        <a:lnSpc>
          <a:spcPct val="90000"/>
        </a:lnSpc>
        <a:spcBef>
          <a:spcPts val="800"/>
        </a:spcBef>
        <a:buClr>
          <a:schemeClr val="tx2"/>
        </a:buClr>
        <a:buSzPct val="80000"/>
        <a:buFont typeface="Wingdings" pitchFamily="2" charset="2"/>
        <a:buChar char="§"/>
        <a:defRPr sz="1400" kern="1200">
          <a:solidFill>
            <a:schemeClr val="tx2"/>
          </a:solidFill>
          <a:latin typeface="+mn-lt"/>
          <a:ea typeface="+mn-ea"/>
          <a:cs typeface="+mn-cs"/>
        </a:defRPr>
      </a:lvl4pPr>
      <a:lvl5pPr marL="1554480" indent="-228600" algn="l" defTabSz="914400" rtl="0" eaLnBrk="1" latinLnBrk="0" hangingPunct="1">
        <a:lnSpc>
          <a:spcPct val="90000"/>
        </a:lnSpc>
        <a:spcBef>
          <a:spcPts val="800"/>
        </a:spcBef>
        <a:buClr>
          <a:schemeClr val="tx2"/>
        </a:buClr>
        <a:buSzPct val="80000"/>
        <a:buFont typeface="Wingdings" pitchFamily="2" charset="2"/>
        <a:buChar char="§"/>
        <a:defRPr sz="1400" kern="1200">
          <a:solidFill>
            <a:schemeClr val="tx2"/>
          </a:solidFill>
          <a:latin typeface="+mn-lt"/>
          <a:ea typeface="+mn-ea"/>
          <a:cs typeface="+mn-cs"/>
        </a:defRPr>
      </a:lvl5pPr>
      <a:lvl6pPr marL="1874520" indent="-228600" algn="l" defTabSz="914400" rtl="0" eaLnBrk="1" latinLnBrk="0" hangingPunct="1">
        <a:lnSpc>
          <a:spcPct val="90000"/>
        </a:lnSpc>
        <a:spcBef>
          <a:spcPts val="800"/>
        </a:spcBef>
        <a:buSzPct val="80000"/>
        <a:buFont typeface="Wingdings" pitchFamily="2" charset="2"/>
        <a:buChar char="§"/>
        <a:defRPr sz="1400" kern="1200">
          <a:solidFill>
            <a:schemeClr val="tx2"/>
          </a:solidFill>
          <a:latin typeface="+mn-lt"/>
          <a:ea typeface="+mn-ea"/>
          <a:cs typeface="+mn-cs"/>
        </a:defRPr>
      </a:lvl6pPr>
      <a:lvl7pPr marL="2194560" indent="-228600" algn="l" defTabSz="914400" rtl="0" eaLnBrk="1" latinLnBrk="0" hangingPunct="1">
        <a:lnSpc>
          <a:spcPct val="90000"/>
        </a:lnSpc>
        <a:spcBef>
          <a:spcPts val="800"/>
        </a:spcBef>
        <a:buSzPct val="80000"/>
        <a:buFont typeface="Wingdings" pitchFamily="2" charset="2"/>
        <a:buChar char="§"/>
        <a:defRPr sz="1400" kern="1200" baseline="0">
          <a:solidFill>
            <a:schemeClr val="tx2"/>
          </a:solidFill>
          <a:latin typeface="+mn-lt"/>
          <a:ea typeface="+mn-ea"/>
          <a:cs typeface="+mn-cs"/>
        </a:defRPr>
      </a:lvl7pPr>
      <a:lvl8pPr marL="2514600" indent="-228600" algn="l" defTabSz="914400" rtl="0" eaLnBrk="1" latinLnBrk="0" hangingPunct="1">
        <a:lnSpc>
          <a:spcPct val="90000"/>
        </a:lnSpc>
        <a:spcBef>
          <a:spcPts val="800"/>
        </a:spcBef>
        <a:buSzPct val="80000"/>
        <a:buFont typeface="Wingdings" pitchFamily="2" charset="2"/>
        <a:buChar char="§"/>
        <a:defRPr sz="1400" kern="1200" baseline="0">
          <a:solidFill>
            <a:schemeClr val="tx2"/>
          </a:solidFill>
          <a:latin typeface="+mn-lt"/>
          <a:ea typeface="+mn-ea"/>
          <a:cs typeface="+mn-cs"/>
        </a:defRPr>
      </a:lvl8pPr>
      <a:lvl9pPr marL="2834640" indent="-228600" algn="l" defTabSz="914400" rtl="0" eaLnBrk="1" latinLnBrk="0" hangingPunct="1">
        <a:lnSpc>
          <a:spcPct val="90000"/>
        </a:lnSpc>
        <a:spcBef>
          <a:spcPts val="800"/>
        </a:spcBef>
        <a:buSzPct val="80000"/>
        <a:buFont typeface="Wingdings" pitchFamily="2" charset="2"/>
        <a:buChar char="§"/>
        <a:defRPr sz="1400" kern="1200" baseline="0">
          <a:solidFill>
            <a:schemeClr val="tx2"/>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 xmlns:p15="http://schemas.microsoft.com/office/powerpoint/2012/main">
        <p15:guide id="1" orient="horz" pos="2360">
          <p15:clr>
            <a:srgbClr val="F26B43"/>
          </p15:clr>
        </p15:guide>
        <p15:guide id="2" pos="40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Prototype Presentation</a:t>
            </a:r>
            <a:endParaRPr lang="en-US" dirty="0"/>
          </a:p>
        </p:txBody>
      </p:sp>
      <p:sp>
        <p:nvSpPr>
          <p:cNvPr id="4" name="Subtitle 3"/>
          <p:cNvSpPr>
            <a:spLocks noGrp="1"/>
          </p:cNvSpPr>
          <p:nvPr>
            <p:ph type="subTitle" idx="1"/>
          </p:nvPr>
        </p:nvSpPr>
        <p:spPr/>
        <p:txBody>
          <a:bodyPr/>
          <a:lstStyle/>
          <a:p>
            <a:r>
              <a:rPr lang="en-US" dirty="0" smtClean="0"/>
              <a:t>Presented By: Suresh S</a:t>
            </a:r>
            <a:endParaRPr lang="en-US" dirty="0"/>
          </a:p>
        </p:txBody>
      </p:sp>
    </p:spTree>
    <p:extLst>
      <p:ext uri="{BB962C8B-B14F-4D97-AF65-F5344CB8AC3E}">
        <p14:creationId xmlns="" xmlns:p14="http://schemas.microsoft.com/office/powerpoint/2010/main" val="279880932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C-Works CXF</a:t>
            </a:r>
            <a:endParaRPr lang="en-US" dirty="0"/>
          </a:p>
        </p:txBody>
      </p:sp>
      <p:sp>
        <p:nvSpPr>
          <p:cNvPr id="3" name="Content Placeholder 2"/>
          <p:cNvSpPr>
            <a:spLocks noGrp="1"/>
          </p:cNvSpPr>
          <p:nvPr>
            <p:ph type="body" idx="1"/>
          </p:nvPr>
        </p:nvSpPr>
        <p:spPr>
          <a:xfrm>
            <a:off x="914400" y="3810000"/>
            <a:ext cx="10820399" cy="1143000"/>
          </a:xfrm>
        </p:spPr>
        <p:txBody>
          <a:bodyPr/>
          <a:lstStyle/>
          <a:p>
            <a:pPr lvl="0"/>
            <a:r>
              <a:rPr lang="en-US" dirty="0" smtClean="0"/>
              <a:t>AutoCAD </a:t>
            </a:r>
            <a:r>
              <a:rPr lang="ja-JP" altLang="en-US" smtClean="0"/>
              <a:t>システムと</a:t>
            </a:r>
            <a:r>
              <a:rPr lang="en-US" dirty="0" smtClean="0"/>
              <a:t> C-Works CAD </a:t>
            </a:r>
            <a:r>
              <a:rPr lang="ja-JP" altLang="en-US" smtClean="0"/>
              <a:t>システム間のデータフォーマットの変換</a:t>
            </a:r>
            <a:endParaRPr lang="en-US" dirty="0"/>
          </a:p>
        </p:txBody>
      </p:sp>
      <p:sp>
        <p:nvSpPr>
          <p:cNvPr id="4" name="Slide Number Placeholder 3"/>
          <p:cNvSpPr>
            <a:spLocks noGrp="1"/>
          </p:cNvSpPr>
          <p:nvPr>
            <p:ph type="sldNum" sz="quarter" idx="12"/>
          </p:nvPr>
        </p:nvSpPr>
        <p:spPr/>
        <p:txBody>
          <a:bodyPr/>
          <a:lstStyle/>
          <a:p>
            <a:fld id="{CA8D9AD5-F248-4919-864A-CFD76CC027D6}" type="slidenum">
              <a:rPr lang="en-US" smtClean="0"/>
              <a:pPr/>
              <a:t>2</a:t>
            </a:fld>
            <a:endParaRPr lang="en-US"/>
          </a:p>
        </p:txBody>
      </p:sp>
      <p:sp>
        <p:nvSpPr>
          <p:cNvPr id="5" name="Footer Placeholder 4"/>
          <p:cNvSpPr>
            <a:spLocks noGrp="1"/>
          </p:cNvSpPr>
          <p:nvPr>
            <p:ph type="ftr" sz="quarter" idx="11"/>
          </p:nvPr>
        </p:nvSpPr>
        <p:spPr/>
        <p:txBody>
          <a:bodyPr/>
          <a:lstStyle/>
          <a:p>
            <a:r>
              <a:rPr lang="en-US" smtClean="0"/>
              <a:t>Indocosmo Systems Pvt. Ltd. All Rights Reserved</a:t>
            </a:r>
            <a:endParaRPr lang="en-US"/>
          </a:p>
        </p:txBody>
      </p:sp>
    </p:spTree>
    <p:extLst>
      <p:ext uri="{BB962C8B-B14F-4D97-AF65-F5344CB8AC3E}">
        <p14:creationId xmlns="" xmlns:p14="http://schemas.microsoft.com/office/powerpoint/2010/main" val="3332817386"/>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smtClean="0"/>
              <a:t>アプリケーションの概要</a:t>
            </a:r>
            <a:endParaRPr lang="en-US" dirty="0"/>
          </a:p>
        </p:txBody>
      </p:sp>
      <p:sp>
        <p:nvSpPr>
          <p:cNvPr id="3" name="Content Placeholder 2"/>
          <p:cNvSpPr>
            <a:spLocks noGrp="1"/>
          </p:cNvSpPr>
          <p:nvPr>
            <p:ph idx="1"/>
          </p:nvPr>
        </p:nvSpPr>
        <p:spPr/>
        <p:txBody>
          <a:bodyPr>
            <a:normAutofit fontScale="85000" lnSpcReduction="20000"/>
          </a:bodyPr>
          <a:lstStyle/>
          <a:p>
            <a:endParaRPr lang="en-US" dirty="0" smtClean="0"/>
          </a:p>
          <a:p>
            <a:r>
              <a:rPr lang="ja-JP" altLang="en-US" smtClean="0"/>
              <a:t>このアプリケーションは</a:t>
            </a:r>
            <a:r>
              <a:rPr lang="en-US" altLang="ja-JP" dirty="0" smtClean="0"/>
              <a:t>windows</a:t>
            </a:r>
            <a:r>
              <a:rPr lang="ja-JP" altLang="en-US" smtClean="0"/>
              <a:t>上で動作する</a:t>
            </a:r>
            <a:r>
              <a:rPr lang="en-US" altLang="ja-JP" dirty="0" smtClean="0"/>
              <a:t>CAD</a:t>
            </a:r>
            <a:r>
              <a:rPr lang="ja-JP" altLang="en-US" smtClean="0"/>
              <a:t>ファイル変換アプリケーションです</a:t>
            </a:r>
            <a:r>
              <a:rPr lang="ja-JP" altLang="en-US" smtClean="0"/>
              <a:t>。</a:t>
            </a:r>
            <a:endParaRPr lang="ja-JP" altLang="en-US" smtClean="0"/>
          </a:p>
          <a:p>
            <a:endParaRPr lang="ja-JP" altLang="en-US" smtClean="0"/>
          </a:p>
          <a:p>
            <a:r>
              <a:rPr lang="en-US" altLang="ja-JP" dirty="0" smtClean="0"/>
              <a:t>AutoCAD</a:t>
            </a:r>
            <a:r>
              <a:rPr lang="ja-JP" altLang="en-US" smtClean="0"/>
              <a:t>の標準ファイル形式である</a:t>
            </a:r>
            <a:r>
              <a:rPr lang="en-US" altLang="ja-JP" dirty="0" smtClean="0"/>
              <a:t>DWG</a:t>
            </a:r>
            <a:r>
              <a:rPr lang="ja-JP" altLang="en-US" smtClean="0"/>
              <a:t>ファイルの入力が可能です。</a:t>
            </a:r>
          </a:p>
          <a:p>
            <a:endParaRPr lang="ja-JP" altLang="en-US" smtClean="0"/>
          </a:p>
          <a:p>
            <a:r>
              <a:rPr lang="en-US" altLang="ja-JP" dirty="0" smtClean="0"/>
              <a:t>DWG</a:t>
            </a:r>
            <a:r>
              <a:rPr lang="ja-JP" altLang="en-US" smtClean="0"/>
              <a:t>ファイルは処理後、</a:t>
            </a:r>
            <a:r>
              <a:rPr lang="en-US" altLang="ja-JP" dirty="0" smtClean="0"/>
              <a:t>CXF</a:t>
            </a:r>
            <a:r>
              <a:rPr lang="ja-JP" altLang="en-US" smtClean="0"/>
              <a:t>形式に変換されます。</a:t>
            </a:r>
          </a:p>
          <a:p>
            <a:endParaRPr lang="ja-JP" altLang="en-US" smtClean="0"/>
          </a:p>
          <a:p>
            <a:r>
              <a:rPr lang="ja-JP" altLang="en-US" smtClean="0"/>
              <a:t>出力された</a:t>
            </a:r>
            <a:r>
              <a:rPr lang="en-US" altLang="ja-JP" dirty="0" smtClean="0"/>
              <a:t>CXF</a:t>
            </a:r>
            <a:r>
              <a:rPr lang="ja-JP" altLang="en-US" smtClean="0"/>
              <a:t>ファイルは</a:t>
            </a:r>
            <a:r>
              <a:rPr lang="en-US" altLang="ja-JP" dirty="0" err="1" smtClean="0"/>
              <a:t>Cworks</a:t>
            </a:r>
            <a:r>
              <a:rPr lang="en-US" altLang="ja-JP" dirty="0" smtClean="0"/>
              <a:t> CAD</a:t>
            </a:r>
            <a:r>
              <a:rPr lang="ja-JP" altLang="en-US" smtClean="0"/>
              <a:t>システムの入力ファイルとして使用することが可能です。</a:t>
            </a:r>
          </a:p>
          <a:p>
            <a:endParaRPr lang="ja-JP" altLang="en-US" smtClean="0"/>
          </a:p>
          <a:p>
            <a:r>
              <a:rPr lang="en-US" altLang="ja-JP" dirty="0" err="1" smtClean="0"/>
              <a:t>Cworks</a:t>
            </a:r>
            <a:r>
              <a:rPr lang="en-US" altLang="ja-JP" dirty="0" smtClean="0"/>
              <a:t> CAD</a:t>
            </a:r>
            <a:r>
              <a:rPr lang="ja-JP" altLang="en-US" smtClean="0"/>
              <a:t>システムはこのファイルを足場の図面作るために処理することができます。</a:t>
            </a:r>
            <a:endParaRPr lang="ja-JP" altLang="en-US" dirty="0" smtClean="0"/>
          </a:p>
        </p:txBody>
      </p:sp>
      <p:sp>
        <p:nvSpPr>
          <p:cNvPr id="4" name="Footer Placeholder 3"/>
          <p:cNvSpPr>
            <a:spLocks noGrp="1"/>
          </p:cNvSpPr>
          <p:nvPr>
            <p:ph type="ftr" sz="quarter" idx="11"/>
          </p:nvPr>
        </p:nvSpPr>
        <p:spPr/>
        <p:txBody>
          <a:bodyPr/>
          <a:lstStyle/>
          <a:p>
            <a:r>
              <a:rPr lang="en-US" smtClean="0"/>
              <a:t>Indocosmo Systems Pvt. Ltd. All Rights Reserved</a:t>
            </a:r>
            <a:endParaRPr lang="en-US" dirty="0"/>
          </a:p>
        </p:txBody>
      </p:sp>
      <p:sp>
        <p:nvSpPr>
          <p:cNvPr id="5" name="Slide Number Placeholder 4"/>
          <p:cNvSpPr>
            <a:spLocks noGrp="1"/>
          </p:cNvSpPr>
          <p:nvPr>
            <p:ph type="sldNum" sz="quarter" idx="12"/>
          </p:nvPr>
        </p:nvSpPr>
        <p:spPr/>
        <p:txBody>
          <a:bodyPr/>
          <a:lstStyle/>
          <a:p>
            <a:fld id="{CA8D9AD5-F248-4919-864A-CFD76CC027D6}" type="slidenum">
              <a:rPr lang="en-US" smtClean="0"/>
              <a:pPr/>
              <a:t>3</a:t>
            </a:fld>
            <a:endParaRPr lang="en-US" dirty="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1120" y="685800"/>
            <a:ext cx="9509760" cy="786384"/>
          </a:xfrm>
        </p:spPr>
        <p:txBody>
          <a:bodyPr/>
          <a:lstStyle/>
          <a:p>
            <a:r>
              <a:rPr lang="ja-JP" altLang="en-US" sz="3200" smtClean="0"/>
              <a:t>プロセスフロー</a:t>
            </a:r>
            <a:endParaRPr lang="en-US" sz="3200" dirty="0"/>
          </a:p>
        </p:txBody>
      </p:sp>
      <p:sp>
        <p:nvSpPr>
          <p:cNvPr id="4" name="Slide Number Placeholder 3"/>
          <p:cNvSpPr>
            <a:spLocks noGrp="1"/>
          </p:cNvSpPr>
          <p:nvPr>
            <p:ph type="sldNum" sz="quarter" idx="12"/>
          </p:nvPr>
        </p:nvSpPr>
        <p:spPr/>
        <p:txBody>
          <a:bodyPr/>
          <a:lstStyle/>
          <a:p>
            <a:fld id="{CA8D9AD5-F248-4919-864A-CFD76CC027D6}" type="slidenum">
              <a:rPr lang="en-US" smtClean="0"/>
              <a:pPr/>
              <a:t>4</a:t>
            </a:fld>
            <a:endParaRPr lang="en-US" dirty="0"/>
          </a:p>
        </p:txBody>
      </p:sp>
      <p:sp>
        <p:nvSpPr>
          <p:cNvPr id="5" name="Footer Placeholder 4"/>
          <p:cNvSpPr>
            <a:spLocks noGrp="1"/>
          </p:cNvSpPr>
          <p:nvPr>
            <p:ph type="ftr" sz="quarter" idx="11"/>
          </p:nvPr>
        </p:nvSpPr>
        <p:spPr/>
        <p:txBody>
          <a:bodyPr/>
          <a:lstStyle/>
          <a:p>
            <a:r>
              <a:rPr lang="en-US" dirty="0" smtClean="0"/>
              <a:t>Indocosmo Systems Pvt. Ltd. All Rights Reserved</a:t>
            </a:r>
            <a:endParaRPr lang="en-US" dirty="0"/>
          </a:p>
        </p:txBody>
      </p:sp>
      <p:grpSp>
        <p:nvGrpSpPr>
          <p:cNvPr id="35" name="Group 34"/>
          <p:cNvGrpSpPr/>
          <p:nvPr/>
        </p:nvGrpSpPr>
        <p:grpSpPr>
          <a:xfrm>
            <a:off x="1443990" y="4419600"/>
            <a:ext cx="3429000" cy="1752600"/>
            <a:chOff x="8077200" y="2743200"/>
            <a:chExt cx="3657600" cy="1752600"/>
          </a:xfrm>
        </p:grpSpPr>
        <p:sp>
          <p:nvSpPr>
            <p:cNvPr id="18" name="Rectangle 17"/>
            <p:cNvSpPr/>
            <p:nvPr/>
          </p:nvSpPr>
          <p:spPr bwMode="auto">
            <a:xfrm>
              <a:off x="8077200" y="2743200"/>
              <a:ext cx="3657600" cy="1752600"/>
            </a:xfrm>
            <a:prstGeom prst="rect">
              <a:avLst/>
            </a:prstGeom>
            <a:ln>
              <a:headEnd type="none" w="med" len="med"/>
              <a:tailEnd type="none" w="med" len="med"/>
            </a:ln>
          </p:spPr>
          <p:style>
            <a:lnRef idx="1">
              <a:schemeClr val="dk1"/>
            </a:lnRef>
            <a:fillRef idx="2">
              <a:schemeClr val="dk1"/>
            </a:fillRef>
            <a:effectRef idx="1">
              <a:schemeClr val="dk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pic>
          <p:nvPicPr>
            <p:cNvPr id="19" name="Picture 18" descr="unnamed.png"/>
            <p:cNvPicPr>
              <a:picLocks noChangeAspect="1"/>
            </p:cNvPicPr>
            <p:nvPr/>
          </p:nvPicPr>
          <p:blipFill>
            <a:blip r:embed="rId3" cstate="print"/>
            <a:stretch>
              <a:fillRect/>
            </a:stretch>
          </p:blipFill>
          <p:spPr>
            <a:xfrm>
              <a:off x="9677400" y="2819400"/>
              <a:ext cx="1752600" cy="1611489"/>
            </a:xfrm>
            <a:prstGeom prst="rect">
              <a:avLst/>
            </a:prstGeom>
          </p:spPr>
        </p:pic>
        <p:pic>
          <p:nvPicPr>
            <p:cNvPr id="20" name="Picture 19" descr="interface.png"/>
            <p:cNvPicPr>
              <a:picLocks noChangeAspect="1"/>
            </p:cNvPicPr>
            <p:nvPr/>
          </p:nvPicPr>
          <p:blipFill>
            <a:blip r:embed="rId4" cstate="print"/>
            <a:stretch>
              <a:fillRect/>
            </a:stretch>
          </p:blipFill>
          <p:spPr>
            <a:xfrm>
              <a:off x="10287000" y="3352800"/>
              <a:ext cx="609600" cy="586955"/>
            </a:xfrm>
            <a:prstGeom prst="rect">
              <a:avLst/>
            </a:prstGeom>
          </p:spPr>
        </p:pic>
        <p:sp>
          <p:nvSpPr>
            <p:cNvPr id="21" name="Rectangle 20"/>
            <p:cNvSpPr/>
            <p:nvPr/>
          </p:nvSpPr>
          <p:spPr bwMode="auto">
            <a:xfrm>
              <a:off x="8153401" y="3505200"/>
              <a:ext cx="1447801" cy="4572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400" b="1" i="0" u="none" strike="noStrike" cap="none" normalizeH="0" baseline="0" dirty="0" smtClean="0">
                  <a:ln>
                    <a:noFill/>
                  </a:ln>
                  <a:solidFill>
                    <a:schemeClr val="bg1"/>
                  </a:solidFill>
                  <a:effectLst/>
                  <a:latin typeface="Arial" charset="0"/>
                </a:rPr>
                <a:t>CAD </a:t>
              </a:r>
              <a:r>
                <a:rPr kumimoji="0" lang="ja-JP" altLang="en-US" sz="1400" b="1" i="0" u="none" strike="noStrike" cap="none" normalizeH="0" baseline="0" smtClean="0">
                  <a:ln>
                    <a:noFill/>
                  </a:ln>
                  <a:solidFill>
                    <a:schemeClr val="bg1"/>
                  </a:solidFill>
                  <a:effectLst/>
                  <a:latin typeface="Arial" charset="0"/>
                </a:rPr>
                <a:t>変換処理</a:t>
              </a:r>
              <a:endParaRPr kumimoji="0" lang="en-US" sz="1400" b="1" i="0" u="none" strike="noStrike" cap="none" normalizeH="0" baseline="0" dirty="0" smtClean="0">
                <a:ln>
                  <a:noFill/>
                </a:ln>
                <a:solidFill>
                  <a:schemeClr val="bg1"/>
                </a:solidFill>
                <a:effectLst/>
                <a:latin typeface="Arial" charset="0"/>
              </a:endParaRPr>
            </a:p>
          </p:txBody>
        </p:sp>
      </p:grpSp>
      <p:cxnSp>
        <p:nvCxnSpPr>
          <p:cNvPr id="22" name="Elbow Connector 75"/>
          <p:cNvCxnSpPr>
            <a:stCxn id="6" idx="2"/>
            <a:endCxn id="18" idx="0"/>
          </p:cNvCxnSpPr>
          <p:nvPr/>
        </p:nvCxnSpPr>
        <p:spPr bwMode="auto">
          <a:xfrm rot="5400000">
            <a:off x="2472690" y="3733800"/>
            <a:ext cx="1371600" cy="1588"/>
          </a:xfrm>
          <a:prstGeom prst="bentConnector3">
            <a:avLst>
              <a:gd name="adj1" fmla="val 50000"/>
            </a:avLst>
          </a:prstGeom>
          <a:ln>
            <a:headEnd type="none" w="med" len="med"/>
            <a:tailEnd type="arrow"/>
          </a:ln>
        </p:spPr>
        <p:style>
          <a:lnRef idx="3">
            <a:schemeClr val="accent6"/>
          </a:lnRef>
          <a:fillRef idx="0">
            <a:schemeClr val="accent6"/>
          </a:fillRef>
          <a:effectRef idx="2">
            <a:schemeClr val="accent6"/>
          </a:effectRef>
          <a:fontRef idx="minor">
            <a:schemeClr val="tx1"/>
          </a:fontRef>
        </p:style>
      </p:cxnSp>
      <p:grpSp>
        <p:nvGrpSpPr>
          <p:cNvPr id="39" name="Group 38"/>
          <p:cNvGrpSpPr/>
          <p:nvPr/>
        </p:nvGrpSpPr>
        <p:grpSpPr>
          <a:xfrm>
            <a:off x="1443990" y="1752600"/>
            <a:ext cx="3429000" cy="1600200"/>
            <a:chOff x="1524000" y="1752600"/>
            <a:chExt cx="3352800" cy="1600200"/>
          </a:xfrm>
        </p:grpSpPr>
        <p:sp>
          <p:nvSpPr>
            <p:cNvPr id="12" name="Rectangle 11"/>
            <p:cNvSpPr/>
            <p:nvPr/>
          </p:nvSpPr>
          <p:spPr bwMode="auto">
            <a:xfrm>
              <a:off x="1676400" y="3048000"/>
              <a:ext cx="1447800" cy="3048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ja-JP" altLang="en-US" sz="1300" b="1" i="0" u="none" strike="noStrike" cap="none" normalizeH="0" baseline="0" smtClean="0">
                  <a:ln>
                    <a:noFill/>
                  </a:ln>
                  <a:solidFill>
                    <a:srgbClr val="CC3300"/>
                  </a:solidFill>
                  <a:effectLst/>
                  <a:latin typeface="Arial" charset="0"/>
                </a:rPr>
                <a:t>図面ファイル</a:t>
              </a:r>
              <a:endParaRPr kumimoji="0" lang="en-US" sz="1300" b="1" i="0" u="none" strike="noStrike" cap="none" normalizeH="0" baseline="0" dirty="0" smtClean="0">
                <a:ln>
                  <a:noFill/>
                </a:ln>
                <a:solidFill>
                  <a:srgbClr val="CC3300"/>
                </a:solidFill>
                <a:effectLst/>
                <a:latin typeface="Arial" charset="0"/>
              </a:endParaRPr>
            </a:p>
          </p:txBody>
        </p:sp>
        <p:sp>
          <p:nvSpPr>
            <p:cNvPr id="13" name="Rectangle 12"/>
            <p:cNvSpPr/>
            <p:nvPr/>
          </p:nvSpPr>
          <p:spPr bwMode="auto">
            <a:xfrm>
              <a:off x="3352800" y="3048000"/>
              <a:ext cx="1447800" cy="3048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ja-JP" altLang="en-US" sz="1300" b="1" smtClean="0">
                  <a:solidFill>
                    <a:srgbClr val="CC3300"/>
                  </a:solidFill>
                  <a:latin typeface="Arial" charset="0"/>
                </a:rPr>
                <a:t>入力フォルダ</a:t>
              </a:r>
              <a:endParaRPr kumimoji="0" lang="en-US" sz="1300" b="1" i="0" u="none" strike="noStrike" cap="none" normalizeH="0" baseline="0" dirty="0" smtClean="0">
                <a:ln>
                  <a:noFill/>
                </a:ln>
                <a:solidFill>
                  <a:srgbClr val="CC3300"/>
                </a:solidFill>
                <a:effectLst/>
                <a:latin typeface="Arial" charset="0"/>
              </a:endParaRPr>
            </a:p>
          </p:txBody>
        </p:sp>
        <p:grpSp>
          <p:nvGrpSpPr>
            <p:cNvPr id="33" name="Group 32"/>
            <p:cNvGrpSpPr/>
            <p:nvPr/>
          </p:nvGrpSpPr>
          <p:grpSpPr>
            <a:xfrm>
              <a:off x="1524000" y="1752600"/>
              <a:ext cx="3352800" cy="1295400"/>
              <a:chOff x="1524000" y="1752600"/>
              <a:chExt cx="3352800" cy="1295400"/>
            </a:xfrm>
          </p:grpSpPr>
          <p:sp>
            <p:nvSpPr>
              <p:cNvPr id="6" name="Rectangle 5"/>
              <p:cNvSpPr/>
              <p:nvPr/>
            </p:nvSpPr>
            <p:spPr bwMode="auto">
              <a:xfrm>
                <a:off x="1524000" y="1752600"/>
                <a:ext cx="3352800" cy="1295400"/>
              </a:xfrm>
              <a:prstGeom prst="rect">
                <a:avLst/>
              </a:prstGeom>
              <a:solidFill>
                <a:schemeClr val="accent2">
                  <a:lumMod val="40000"/>
                  <a:lumOff val="60000"/>
                </a:schemeClr>
              </a:solidFill>
              <a:ln>
                <a:solidFill>
                  <a:schemeClr val="accent2">
                    <a:lumMod val="50000"/>
                  </a:schemeClr>
                </a:solidFill>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smtClean="0">
                  <a:ln>
                    <a:noFill/>
                  </a:ln>
                  <a:solidFill>
                    <a:schemeClr val="tx1"/>
                  </a:solidFill>
                  <a:effectLst/>
                  <a:latin typeface="Arial" charset="0"/>
                </a:endParaRPr>
              </a:p>
            </p:txBody>
          </p:sp>
          <p:grpSp>
            <p:nvGrpSpPr>
              <p:cNvPr id="7" name="Group 27"/>
              <p:cNvGrpSpPr/>
              <p:nvPr/>
            </p:nvGrpSpPr>
            <p:grpSpPr>
              <a:xfrm>
                <a:off x="1752600" y="1905000"/>
                <a:ext cx="1143000" cy="990600"/>
                <a:chOff x="609600" y="1066800"/>
                <a:chExt cx="1219200" cy="1219200"/>
              </a:xfrm>
            </p:grpSpPr>
            <p:pic>
              <p:nvPicPr>
                <p:cNvPr id="8" name="Picture 7" descr="interface.png"/>
                <p:cNvPicPr>
                  <a:picLocks noChangeAspect="1"/>
                </p:cNvPicPr>
                <p:nvPr/>
              </p:nvPicPr>
              <p:blipFill>
                <a:blip r:embed="rId5" cstate="print"/>
                <a:stretch>
                  <a:fillRect/>
                </a:stretch>
              </p:blipFill>
              <p:spPr>
                <a:xfrm>
                  <a:off x="609600" y="1066800"/>
                  <a:ext cx="914400" cy="914400"/>
                </a:xfrm>
                <a:prstGeom prst="rect">
                  <a:avLst/>
                </a:prstGeom>
              </p:spPr>
            </p:pic>
            <p:pic>
              <p:nvPicPr>
                <p:cNvPr id="9" name="Picture 8" descr="interface.png"/>
                <p:cNvPicPr>
                  <a:picLocks noChangeAspect="1"/>
                </p:cNvPicPr>
                <p:nvPr/>
              </p:nvPicPr>
              <p:blipFill>
                <a:blip r:embed="rId5" cstate="print"/>
                <a:stretch>
                  <a:fillRect/>
                </a:stretch>
              </p:blipFill>
              <p:spPr>
                <a:xfrm>
                  <a:off x="762000" y="1219200"/>
                  <a:ext cx="914400" cy="914400"/>
                </a:xfrm>
                <a:prstGeom prst="rect">
                  <a:avLst/>
                </a:prstGeom>
              </p:spPr>
            </p:pic>
            <p:pic>
              <p:nvPicPr>
                <p:cNvPr id="10" name="Picture 9" descr="interface.png"/>
                <p:cNvPicPr>
                  <a:picLocks noChangeAspect="1"/>
                </p:cNvPicPr>
                <p:nvPr/>
              </p:nvPicPr>
              <p:blipFill>
                <a:blip r:embed="rId5" cstate="print"/>
                <a:stretch>
                  <a:fillRect/>
                </a:stretch>
              </p:blipFill>
              <p:spPr>
                <a:xfrm>
                  <a:off x="914400" y="1371600"/>
                  <a:ext cx="914400" cy="914400"/>
                </a:xfrm>
                <a:prstGeom prst="rect">
                  <a:avLst/>
                </a:prstGeom>
              </p:spPr>
            </p:pic>
          </p:grpSp>
          <p:pic>
            <p:nvPicPr>
              <p:cNvPr id="11" name="Picture 10" descr="folder.png"/>
              <p:cNvPicPr>
                <a:picLocks noChangeAspect="1"/>
              </p:cNvPicPr>
              <p:nvPr/>
            </p:nvPicPr>
            <p:blipFill>
              <a:blip r:embed="rId6" cstate="print"/>
              <a:stretch>
                <a:fillRect/>
              </a:stretch>
            </p:blipFill>
            <p:spPr>
              <a:xfrm>
                <a:off x="3505200" y="1828800"/>
                <a:ext cx="1097280" cy="1097280"/>
              </a:xfrm>
              <a:prstGeom prst="rect">
                <a:avLst/>
              </a:prstGeom>
            </p:spPr>
          </p:pic>
          <p:sp>
            <p:nvSpPr>
              <p:cNvPr id="23" name="Curved Down Arrow 22"/>
              <p:cNvSpPr/>
              <p:nvPr/>
            </p:nvSpPr>
            <p:spPr bwMode="auto">
              <a:xfrm>
                <a:off x="2514600" y="1981200"/>
                <a:ext cx="1371600" cy="457200"/>
              </a:xfrm>
              <a:prstGeom prst="curvedDownArrow">
                <a:avLst/>
              </a:prstGeom>
              <a:ln>
                <a:headEnd type="none" w="med" len="med"/>
                <a:tailEnd type="none" w="med" len="med"/>
              </a:ln>
            </p:spPr>
            <p:style>
              <a:lnRef idx="3">
                <a:schemeClr val="lt1"/>
              </a:lnRef>
              <a:fillRef idx="1">
                <a:schemeClr val="dk1"/>
              </a:fillRef>
              <a:effectRef idx="1">
                <a:schemeClr val="dk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grpSp>
      </p:grpSp>
      <p:cxnSp>
        <p:nvCxnSpPr>
          <p:cNvPr id="29" name="Shape 28"/>
          <p:cNvCxnSpPr>
            <a:stCxn id="18" idx="3"/>
            <a:endCxn id="14" idx="1"/>
          </p:cNvCxnSpPr>
          <p:nvPr/>
        </p:nvCxnSpPr>
        <p:spPr bwMode="auto">
          <a:xfrm>
            <a:off x="4872990" y="5295900"/>
            <a:ext cx="1832610" cy="3810"/>
          </a:xfrm>
          <a:prstGeom prst="bentConnector3">
            <a:avLst>
              <a:gd name="adj1" fmla="val 50000"/>
            </a:avLst>
          </a:prstGeom>
          <a:ln>
            <a:headEnd type="none" w="med" len="med"/>
            <a:tailEnd type="arrow"/>
          </a:ln>
        </p:spPr>
        <p:style>
          <a:lnRef idx="3">
            <a:schemeClr val="accent6"/>
          </a:lnRef>
          <a:fillRef idx="0">
            <a:schemeClr val="accent6"/>
          </a:fillRef>
          <a:effectRef idx="2">
            <a:schemeClr val="accent6"/>
          </a:effectRef>
          <a:fontRef idx="minor">
            <a:schemeClr val="tx1"/>
          </a:fontRef>
        </p:style>
      </p:cxnSp>
      <p:grpSp>
        <p:nvGrpSpPr>
          <p:cNvPr id="32" name="Group 31"/>
          <p:cNvGrpSpPr/>
          <p:nvPr/>
        </p:nvGrpSpPr>
        <p:grpSpPr>
          <a:xfrm>
            <a:off x="6705600" y="4613910"/>
            <a:ext cx="3429000" cy="1710690"/>
            <a:chOff x="1524000" y="4114800"/>
            <a:chExt cx="3429000" cy="1710690"/>
          </a:xfrm>
        </p:grpSpPr>
        <p:sp>
          <p:nvSpPr>
            <p:cNvPr id="16" name="Rectangle 15"/>
            <p:cNvSpPr/>
            <p:nvPr/>
          </p:nvSpPr>
          <p:spPr bwMode="auto">
            <a:xfrm>
              <a:off x="1676400" y="5520690"/>
              <a:ext cx="1444752" cy="3048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ja-JP" altLang="en-US" sz="1300" b="1" smtClean="0">
                  <a:solidFill>
                    <a:srgbClr val="CC3300"/>
                  </a:solidFill>
                  <a:latin typeface="Arial" charset="0"/>
                </a:rPr>
                <a:t>出力フォルダ</a:t>
              </a:r>
              <a:endParaRPr kumimoji="0" lang="en-US" sz="1300" b="1" i="0" u="none" strike="noStrike" cap="none" normalizeH="0" baseline="0" dirty="0" smtClean="0">
                <a:ln>
                  <a:noFill/>
                </a:ln>
                <a:solidFill>
                  <a:srgbClr val="CC3300"/>
                </a:solidFill>
                <a:effectLst/>
                <a:latin typeface="Arial" charset="0"/>
              </a:endParaRPr>
            </a:p>
          </p:txBody>
        </p:sp>
        <p:sp>
          <p:nvSpPr>
            <p:cNvPr id="24" name="Rectangle 23"/>
            <p:cNvSpPr/>
            <p:nvPr/>
          </p:nvSpPr>
          <p:spPr bwMode="auto">
            <a:xfrm>
              <a:off x="3352800" y="5520690"/>
              <a:ext cx="1444752" cy="3048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1300" b="1" i="0" u="none" strike="noStrike" cap="none" normalizeH="0" baseline="0" dirty="0" smtClean="0">
                  <a:ln>
                    <a:noFill/>
                  </a:ln>
                  <a:solidFill>
                    <a:srgbClr val="CC3300"/>
                  </a:solidFill>
                  <a:effectLst/>
                  <a:latin typeface="Arial" charset="0"/>
                </a:rPr>
                <a:t>CXF</a:t>
              </a:r>
              <a:r>
                <a:rPr kumimoji="0" lang="ja-JP" altLang="en-US" sz="1300" b="1" i="0" u="none" strike="noStrike" cap="none" normalizeH="0" baseline="0" smtClean="0">
                  <a:ln>
                    <a:noFill/>
                  </a:ln>
                  <a:solidFill>
                    <a:srgbClr val="CC3300"/>
                  </a:solidFill>
                  <a:effectLst/>
                  <a:latin typeface="Arial" charset="0"/>
                </a:rPr>
                <a:t>ファイル</a:t>
              </a:r>
              <a:endParaRPr kumimoji="0" lang="en-US" sz="1300" b="1" i="0" u="none" strike="noStrike" cap="none" normalizeH="0" baseline="0" dirty="0" smtClean="0">
                <a:ln>
                  <a:noFill/>
                </a:ln>
                <a:solidFill>
                  <a:srgbClr val="CC3300"/>
                </a:solidFill>
                <a:effectLst/>
                <a:latin typeface="Arial" charset="0"/>
              </a:endParaRPr>
            </a:p>
          </p:txBody>
        </p:sp>
        <p:grpSp>
          <p:nvGrpSpPr>
            <p:cNvPr id="34" name="Group 33"/>
            <p:cNvGrpSpPr/>
            <p:nvPr/>
          </p:nvGrpSpPr>
          <p:grpSpPr>
            <a:xfrm>
              <a:off x="1524000" y="4114800"/>
              <a:ext cx="3429000" cy="1371600"/>
              <a:chOff x="1524000" y="4114800"/>
              <a:chExt cx="3429000" cy="1371600"/>
            </a:xfrm>
          </p:grpSpPr>
          <p:sp>
            <p:nvSpPr>
              <p:cNvPr id="14" name="Rectangle 13"/>
              <p:cNvSpPr/>
              <p:nvPr/>
            </p:nvSpPr>
            <p:spPr bwMode="auto">
              <a:xfrm>
                <a:off x="1524000" y="4114800"/>
                <a:ext cx="3429000" cy="1371600"/>
              </a:xfrm>
              <a:prstGeom prst="rect">
                <a:avLst/>
              </a:prstGeom>
              <a:solidFill>
                <a:srgbClr val="CCFF99"/>
              </a:solidFill>
              <a:ln>
                <a:solidFill>
                  <a:schemeClr val="accent1">
                    <a:lumMod val="50000"/>
                  </a:schemeClr>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smtClean="0">
                  <a:ln>
                    <a:noFill/>
                  </a:ln>
                  <a:solidFill>
                    <a:schemeClr val="tx1"/>
                  </a:solidFill>
                  <a:effectLst/>
                  <a:latin typeface="Arial" charset="0"/>
                </a:endParaRPr>
              </a:p>
            </p:txBody>
          </p:sp>
          <p:pic>
            <p:nvPicPr>
              <p:cNvPr id="15" name="Picture 14" descr="folder.png"/>
              <p:cNvPicPr>
                <a:picLocks noChangeAspect="1"/>
              </p:cNvPicPr>
              <p:nvPr/>
            </p:nvPicPr>
            <p:blipFill>
              <a:blip r:embed="rId7" cstate="print"/>
              <a:stretch>
                <a:fillRect/>
              </a:stretch>
            </p:blipFill>
            <p:spPr>
              <a:xfrm>
                <a:off x="1752600" y="4191000"/>
                <a:ext cx="1097280" cy="1097280"/>
              </a:xfrm>
              <a:prstGeom prst="rect">
                <a:avLst/>
              </a:prstGeom>
            </p:spPr>
          </p:pic>
          <p:grpSp>
            <p:nvGrpSpPr>
              <p:cNvPr id="25" name="Group 24"/>
              <p:cNvGrpSpPr/>
              <p:nvPr/>
            </p:nvGrpSpPr>
            <p:grpSpPr>
              <a:xfrm>
                <a:off x="3505200" y="4191000"/>
                <a:ext cx="1219200" cy="1219200"/>
                <a:chOff x="2971800" y="4953000"/>
                <a:chExt cx="1219200" cy="1219200"/>
              </a:xfrm>
            </p:grpSpPr>
            <p:pic>
              <p:nvPicPr>
                <p:cNvPr id="26" name="Picture 25" descr="DEFAULT.png"/>
                <p:cNvPicPr preferRelativeResize="0">
                  <a:picLocks/>
                </p:cNvPicPr>
                <p:nvPr/>
              </p:nvPicPr>
              <p:blipFill>
                <a:blip r:embed="rId8" cstate="print"/>
                <a:stretch>
                  <a:fillRect/>
                </a:stretch>
              </p:blipFill>
              <p:spPr>
                <a:xfrm>
                  <a:off x="2971800" y="4953000"/>
                  <a:ext cx="914400" cy="914400"/>
                </a:xfrm>
                <a:prstGeom prst="rect">
                  <a:avLst/>
                </a:prstGeom>
              </p:spPr>
            </p:pic>
            <p:pic>
              <p:nvPicPr>
                <p:cNvPr id="27" name="Picture 26" descr="DEFAULT.png"/>
                <p:cNvPicPr preferRelativeResize="0">
                  <a:picLocks/>
                </p:cNvPicPr>
                <p:nvPr/>
              </p:nvPicPr>
              <p:blipFill>
                <a:blip r:embed="rId8" cstate="print"/>
                <a:stretch>
                  <a:fillRect/>
                </a:stretch>
              </p:blipFill>
              <p:spPr>
                <a:xfrm>
                  <a:off x="3124200" y="5105400"/>
                  <a:ext cx="914400" cy="914400"/>
                </a:xfrm>
                <a:prstGeom prst="rect">
                  <a:avLst/>
                </a:prstGeom>
              </p:spPr>
            </p:pic>
            <p:pic>
              <p:nvPicPr>
                <p:cNvPr id="28" name="Picture 27" descr="DEFAULT.png"/>
                <p:cNvPicPr preferRelativeResize="0">
                  <a:picLocks/>
                </p:cNvPicPr>
                <p:nvPr/>
              </p:nvPicPr>
              <p:blipFill>
                <a:blip r:embed="rId8" cstate="print"/>
                <a:stretch>
                  <a:fillRect/>
                </a:stretch>
              </p:blipFill>
              <p:spPr>
                <a:xfrm>
                  <a:off x="3276600" y="5257800"/>
                  <a:ext cx="914400" cy="914400"/>
                </a:xfrm>
                <a:prstGeom prst="rect">
                  <a:avLst/>
                </a:prstGeom>
              </p:spPr>
            </p:pic>
          </p:grpSp>
          <p:sp>
            <p:nvSpPr>
              <p:cNvPr id="30" name="Curved Down Arrow 29"/>
              <p:cNvSpPr/>
              <p:nvPr/>
            </p:nvSpPr>
            <p:spPr bwMode="auto">
              <a:xfrm flipH="1">
                <a:off x="2362200" y="4495800"/>
                <a:ext cx="1447800" cy="533400"/>
              </a:xfrm>
              <a:prstGeom prst="curvedDownArrow">
                <a:avLst/>
              </a:prstGeom>
              <a:ln>
                <a:headEnd type="none" w="med" len="med"/>
                <a:tailEnd type="none" w="med" len="med"/>
              </a:ln>
              <a:scene3d>
                <a:camera prst="perspectiveBelow"/>
                <a:lightRig rig="threePt" dir="t"/>
              </a:scene3d>
            </p:spPr>
            <p:style>
              <a:lnRef idx="3">
                <a:schemeClr val="lt1"/>
              </a:lnRef>
              <a:fillRef idx="1">
                <a:schemeClr val="dk1"/>
              </a:fillRef>
              <a:effectRef idx="1">
                <a:schemeClr val="dk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grpSp>
      </p:grpSp>
      <p:grpSp>
        <p:nvGrpSpPr>
          <p:cNvPr id="42" name="Group 41"/>
          <p:cNvGrpSpPr/>
          <p:nvPr/>
        </p:nvGrpSpPr>
        <p:grpSpPr>
          <a:xfrm>
            <a:off x="6553200" y="1752600"/>
            <a:ext cx="3581400" cy="1676400"/>
            <a:chOff x="1371600" y="4114800"/>
            <a:chExt cx="3581400" cy="1676400"/>
          </a:xfrm>
        </p:grpSpPr>
        <p:sp>
          <p:nvSpPr>
            <p:cNvPr id="43" name="Rectangle 42"/>
            <p:cNvSpPr/>
            <p:nvPr/>
          </p:nvSpPr>
          <p:spPr bwMode="auto">
            <a:xfrm>
              <a:off x="1371600" y="5486400"/>
              <a:ext cx="2438400" cy="2286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defTabSz="914400" rtl="0" eaLnBrk="0" fontAlgn="base" latinLnBrk="0" hangingPunct="0">
                <a:lnSpc>
                  <a:spcPct val="100000"/>
                </a:lnSpc>
                <a:spcBef>
                  <a:spcPct val="0"/>
                </a:spcBef>
                <a:spcAft>
                  <a:spcPct val="0"/>
                </a:spcAft>
                <a:buClrTx/>
                <a:buSzTx/>
                <a:buFontTx/>
                <a:buNone/>
                <a:tabLst/>
              </a:pPr>
              <a:r>
                <a:rPr lang="ja-JP" altLang="en-US" sz="1300" b="1" smtClean="0">
                  <a:solidFill>
                    <a:srgbClr val="CC3300"/>
                  </a:solidFill>
                  <a:latin typeface="Arial" charset="0"/>
                </a:rPr>
                <a:t>ログファイルフォルダ</a:t>
              </a:r>
              <a:endParaRPr kumimoji="0" lang="en-US" sz="1300" b="1" i="0" u="none" strike="noStrike" cap="none" normalizeH="0" baseline="0" dirty="0" smtClean="0">
                <a:ln>
                  <a:noFill/>
                </a:ln>
                <a:solidFill>
                  <a:srgbClr val="CC3300"/>
                </a:solidFill>
                <a:effectLst/>
                <a:latin typeface="Arial" charset="0"/>
              </a:endParaRPr>
            </a:p>
          </p:txBody>
        </p:sp>
        <p:sp>
          <p:nvSpPr>
            <p:cNvPr id="44" name="Rectangle 43"/>
            <p:cNvSpPr/>
            <p:nvPr/>
          </p:nvSpPr>
          <p:spPr bwMode="auto">
            <a:xfrm>
              <a:off x="3352800" y="5486400"/>
              <a:ext cx="1444752" cy="3048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ja-JP" altLang="en-US" sz="1300" b="1" smtClean="0">
                  <a:solidFill>
                    <a:srgbClr val="CC3300"/>
                  </a:solidFill>
                  <a:latin typeface="Arial" charset="0"/>
                </a:rPr>
                <a:t>ログファイル</a:t>
              </a:r>
              <a:endParaRPr kumimoji="0" lang="en-US" sz="1300" b="1" i="0" u="none" strike="noStrike" cap="none" normalizeH="0" baseline="0" dirty="0" smtClean="0">
                <a:ln>
                  <a:noFill/>
                </a:ln>
                <a:solidFill>
                  <a:srgbClr val="CC3300"/>
                </a:solidFill>
                <a:effectLst/>
                <a:latin typeface="Arial" charset="0"/>
              </a:endParaRPr>
            </a:p>
          </p:txBody>
        </p:sp>
        <p:grpSp>
          <p:nvGrpSpPr>
            <p:cNvPr id="45" name="Group 33"/>
            <p:cNvGrpSpPr/>
            <p:nvPr/>
          </p:nvGrpSpPr>
          <p:grpSpPr>
            <a:xfrm>
              <a:off x="1524000" y="4114800"/>
              <a:ext cx="3429000" cy="1371600"/>
              <a:chOff x="1524000" y="4114800"/>
              <a:chExt cx="3429000" cy="1371600"/>
            </a:xfrm>
          </p:grpSpPr>
          <p:sp>
            <p:nvSpPr>
              <p:cNvPr id="46" name="Rectangle 45"/>
              <p:cNvSpPr/>
              <p:nvPr/>
            </p:nvSpPr>
            <p:spPr bwMode="auto">
              <a:xfrm>
                <a:off x="1524000" y="4114800"/>
                <a:ext cx="3429000" cy="1371600"/>
              </a:xfrm>
              <a:prstGeom prst="rect">
                <a:avLst/>
              </a:prstGeom>
              <a:solidFill>
                <a:schemeClr val="accent3">
                  <a:lumMod val="20000"/>
                  <a:lumOff val="80000"/>
                </a:schemeClr>
              </a:solidFill>
              <a:ln>
                <a:solidFill>
                  <a:schemeClr val="tx2">
                    <a:lumMod val="60000"/>
                    <a:lumOff val="40000"/>
                  </a:schemeClr>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smtClean="0">
                  <a:ln>
                    <a:noFill/>
                  </a:ln>
                  <a:solidFill>
                    <a:schemeClr val="tx1"/>
                  </a:solidFill>
                  <a:effectLst/>
                  <a:latin typeface="Arial" charset="0"/>
                </a:endParaRPr>
              </a:p>
            </p:txBody>
          </p:sp>
          <p:pic>
            <p:nvPicPr>
              <p:cNvPr id="47" name="Picture 46" descr="folder.png"/>
              <p:cNvPicPr>
                <a:picLocks noChangeAspect="1"/>
              </p:cNvPicPr>
              <p:nvPr/>
            </p:nvPicPr>
            <p:blipFill>
              <a:blip r:embed="rId7" cstate="print"/>
              <a:stretch>
                <a:fillRect/>
              </a:stretch>
            </p:blipFill>
            <p:spPr>
              <a:xfrm>
                <a:off x="1752600" y="4191000"/>
                <a:ext cx="1097280" cy="1097280"/>
              </a:xfrm>
              <a:prstGeom prst="rect">
                <a:avLst/>
              </a:prstGeom>
            </p:spPr>
          </p:pic>
          <p:grpSp>
            <p:nvGrpSpPr>
              <p:cNvPr id="48" name="Group 24"/>
              <p:cNvGrpSpPr/>
              <p:nvPr/>
            </p:nvGrpSpPr>
            <p:grpSpPr>
              <a:xfrm>
                <a:off x="3505200" y="4191000"/>
                <a:ext cx="1219200" cy="1219200"/>
                <a:chOff x="2971800" y="4953000"/>
                <a:chExt cx="1219200" cy="1219200"/>
              </a:xfrm>
            </p:grpSpPr>
            <p:pic>
              <p:nvPicPr>
                <p:cNvPr id="50" name="Picture 49" descr="DEFAULT.png"/>
                <p:cNvPicPr preferRelativeResize="0">
                  <a:picLocks/>
                </p:cNvPicPr>
                <p:nvPr/>
              </p:nvPicPr>
              <p:blipFill>
                <a:blip r:embed="rId9" cstate="print"/>
                <a:stretch>
                  <a:fillRect/>
                </a:stretch>
              </p:blipFill>
              <p:spPr>
                <a:xfrm>
                  <a:off x="2971800" y="4953000"/>
                  <a:ext cx="914400" cy="914400"/>
                </a:xfrm>
                <a:prstGeom prst="rect">
                  <a:avLst/>
                </a:prstGeom>
              </p:spPr>
            </p:pic>
            <p:pic>
              <p:nvPicPr>
                <p:cNvPr id="51" name="Picture 50" descr="DEFAULT.png"/>
                <p:cNvPicPr preferRelativeResize="0">
                  <a:picLocks/>
                </p:cNvPicPr>
                <p:nvPr/>
              </p:nvPicPr>
              <p:blipFill>
                <a:blip r:embed="rId9" cstate="print"/>
                <a:stretch>
                  <a:fillRect/>
                </a:stretch>
              </p:blipFill>
              <p:spPr>
                <a:xfrm>
                  <a:off x="3124200" y="5105400"/>
                  <a:ext cx="914400" cy="914400"/>
                </a:xfrm>
                <a:prstGeom prst="rect">
                  <a:avLst/>
                </a:prstGeom>
              </p:spPr>
            </p:pic>
            <p:pic>
              <p:nvPicPr>
                <p:cNvPr id="52" name="Picture 51" descr="DEFAULT.png"/>
                <p:cNvPicPr preferRelativeResize="0">
                  <a:picLocks/>
                </p:cNvPicPr>
                <p:nvPr/>
              </p:nvPicPr>
              <p:blipFill>
                <a:blip r:embed="rId9" cstate="print"/>
                <a:stretch>
                  <a:fillRect/>
                </a:stretch>
              </p:blipFill>
              <p:spPr>
                <a:xfrm>
                  <a:off x="3276600" y="5257800"/>
                  <a:ext cx="914400" cy="914400"/>
                </a:xfrm>
                <a:prstGeom prst="rect">
                  <a:avLst/>
                </a:prstGeom>
              </p:spPr>
            </p:pic>
          </p:grpSp>
          <p:sp>
            <p:nvSpPr>
              <p:cNvPr id="49" name="Curved Down Arrow 48"/>
              <p:cNvSpPr/>
              <p:nvPr/>
            </p:nvSpPr>
            <p:spPr bwMode="auto">
              <a:xfrm flipH="1">
                <a:off x="2362200" y="4495800"/>
                <a:ext cx="1447800" cy="533400"/>
              </a:xfrm>
              <a:prstGeom prst="curvedDownArrow">
                <a:avLst/>
              </a:prstGeom>
              <a:ln>
                <a:headEnd type="none" w="med" len="med"/>
                <a:tailEnd type="none" w="med" len="med"/>
              </a:ln>
              <a:scene3d>
                <a:camera prst="perspectiveBelow"/>
                <a:lightRig rig="threePt" dir="t"/>
              </a:scene3d>
            </p:spPr>
            <p:style>
              <a:lnRef idx="3">
                <a:schemeClr val="lt1"/>
              </a:lnRef>
              <a:fillRef idx="1">
                <a:schemeClr val="dk1"/>
              </a:fillRef>
              <a:effectRef idx="1">
                <a:schemeClr val="dk1"/>
              </a:effectRef>
              <a:fontRef idx="minor">
                <a:schemeClr val="lt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grpSp>
      </p:grpSp>
      <p:cxnSp>
        <p:nvCxnSpPr>
          <p:cNvPr id="54" name="Elbow Connector 53"/>
          <p:cNvCxnSpPr>
            <a:stCxn id="18" idx="3"/>
            <a:endCxn id="46" idx="1"/>
          </p:cNvCxnSpPr>
          <p:nvPr/>
        </p:nvCxnSpPr>
        <p:spPr>
          <a:xfrm flipV="1">
            <a:off x="4872990" y="2438400"/>
            <a:ext cx="1832610" cy="2857500"/>
          </a:xfrm>
          <a:prstGeom prst="bentConnector3">
            <a:avLst>
              <a:gd name="adj1" fmla="val 50000"/>
            </a:avLst>
          </a:prstGeom>
          <a:ln>
            <a:headEnd type="none" w="med" len="med"/>
            <a:tailEnd type="arrow"/>
          </a:ln>
        </p:spPr>
        <p:style>
          <a:lnRef idx="3">
            <a:schemeClr val="accent6"/>
          </a:lnRef>
          <a:fillRef idx="0">
            <a:schemeClr val="accent6"/>
          </a:fillRef>
          <a:effectRef idx="2">
            <a:schemeClr val="accent6"/>
          </a:effectRef>
          <a:fontRef idx="minor">
            <a:schemeClr val="tx1"/>
          </a:fontRef>
        </p:style>
      </p:cxnSp>
      <p:pic>
        <p:nvPicPr>
          <p:cNvPr id="63" name="Picture 62" descr="interface.png"/>
          <p:cNvPicPr>
            <a:picLocks noChangeAspect="1"/>
          </p:cNvPicPr>
          <p:nvPr/>
        </p:nvPicPr>
        <p:blipFill>
          <a:blip r:embed="rId5" cstate="print"/>
          <a:stretch>
            <a:fillRect/>
          </a:stretch>
        </p:blipFill>
        <p:spPr>
          <a:xfrm>
            <a:off x="5334000" y="1219200"/>
            <a:ext cx="876733" cy="742950"/>
          </a:xfrm>
          <a:prstGeom prst="rect">
            <a:avLst/>
          </a:prstGeom>
        </p:spPr>
      </p:pic>
      <p:cxnSp>
        <p:nvCxnSpPr>
          <p:cNvPr id="65" name="Shape 64"/>
          <p:cNvCxnSpPr>
            <a:stCxn id="63" idx="1"/>
            <a:endCxn id="11" idx="0"/>
          </p:cNvCxnSpPr>
          <p:nvPr/>
        </p:nvCxnSpPr>
        <p:spPr>
          <a:xfrm rot="10800000" flipV="1">
            <a:off x="4031326" y="1590674"/>
            <a:ext cx="1302674" cy="238125"/>
          </a:xfrm>
          <a:prstGeom prst="bentConnector2">
            <a:avLst/>
          </a:prstGeom>
          <a:ln>
            <a:headEnd type="none" w="med" len="med"/>
            <a:tailEnd type="arrow"/>
          </a:ln>
        </p:spPr>
        <p:style>
          <a:lnRef idx="3">
            <a:schemeClr val="accent6"/>
          </a:lnRef>
          <a:fillRef idx="0">
            <a:schemeClr val="accent6"/>
          </a:fillRef>
          <a:effectRef idx="2">
            <a:schemeClr val="accent6"/>
          </a:effectRef>
          <a:fontRef idx="minor">
            <a:schemeClr val="tx1"/>
          </a:fontRef>
        </p:style>
      </p:cxnSp>
      <p:sp>
        <p:nvSpPr>
          <p:cNvPr id="66" name="TextBox 65"/>
          <p:cNvSpPr txBox="1"/>
          <p:nvPr/>
        </p:nvSpPr>
        <p:spPr>
          <a:xfrm>
            <a:off x="3886200" y="1323201"/>
            <a:ext cx="2186940" cy="276999"/>
          </a:xfrm>
          <a:prstGeom prst="rect">
            <a:avLst/>
          </a:prstGeom>
          <a:noFill/>
        </p:spPr>
        <p:txBody>
          <a:bodyPr wrap="square" rtlCol="0">
            <a:spAutoFit/>
          </a:bodyPr>
          <a:lstStyle/>
          <a:p>
            <a:r>
              <a:rPr lang="ja-JP" altLang="en-US" sz="1200" smtClean="0"/>
              <a:t>ドラッグ</a:t>
            </a:r>
            <a:r>
              <a:rPr lang="en-US" sz="1200" dirty="0" smtClean="0"/>
              <a:t>&amp; </a:t>
            </a:r>
            <a:r>
              <a:rPr lang="ja-JP" altLang="en-US" sz="1200" smtClean="0"/>
              <a:t>ドロップ</a:t>
            </a:r>
            <a:endParaRPr lang="en-US" sz="1200" dirty="0"/>
          </a:p>
        </p:txBody>
      </p:sp>
    </p:spTree>
    <p:extLst>
      <p:ext uri="{BB962C8B-B14F-4D97-AF65-F5344CB8AC3E}">
        <p14:creationId xmlns="" xmlns:p14="http://schemas.microsoft.com/office/powerpoint/2010/main" val="576639622"/>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smtClean="0"/>
              <a:t>システム設定画面</a:t>
            </a:r>
            <a:endParaRPr lang="en-US" dirty="0"/>
          </a:p>
        </p:txBody>
      </p:sp>
      <p:sp>
        <p:nvSpPr>
          <p:cNvPr id="3" name="Content Placeholder 2"/>
          <p:cNvSpPr>
            <a:spLocks noGrp="1"/>
          </p:cNvSpPr>
          <p:nvPr>
            <p:ph idx="1"/>
          </p:nvPr>
        </p:nvSpPr>
        <p:spPr>
          <a:xfrm>
            <a:off x="1341120" y="4191000"/>
            <a:ext cx="10241280" cy="1838579"/>
          </a:xfrm>
        </p:spPr>
        <p:txBody>
          <a:bodyPr>
            <a:normAutofit/>
          </a:bodyPr>
          <a:lstStyle/>
          <a:p>
            <a:pPr marL="342900" indent="-342900">
              <a:buFont typeface="+mj-lt"/>
              <a:buAutoNum type="arabicPeriod"/>
            </a:pPr>
            <a:r>
              <a:rPr lang="ja-JP" altLang="en-US" smtClean="0"/>
              <a:t>入力フォルダ</a:t>
            </a:r>
            <a:r>
              <a:rPr lang="en-US" dirty="0" smtClean="0"/>
              <a:t>: </a:t>
            </a:r>
            <a:r>
              <a:rPr lang="ja-JP" altLang="en-US" smtClean="0"/>
              <a:t>図面ファイルはこのフォルダに格納されます</a:t>
            </a:r>
            <a:endParaRPr lang="en-US" dirty="0" smtClean="0"/>
          </a:p>
          <a:p>
            <a:pPr marL="342900" indent="-342900">
              <a:buFont typeface="+mj-lt"/>
              <a:buAutoNum type="arabicPeriod"/>
            </a:pPr>
            <a:r>
              <a:rPr lang="ja-JP" altLang="en-US" smtClean="0"/>
              <a:t>出力フォルダ</a:t>
            </a:r>
            <a:r>
              <a:rPr lang="en-US" dirty="0" smtClean="0"/>
              <a:t> : </a:t>
            </a:r>
            <a:r>
              <a:rPr lang="en-US" altLang="ja-JP" dirty="0" smtClean="0"/>
              <a:t>CXF</a:t>
            </a:r>
            <a:r>
              <a:rPr lang="ja-JP" altLang="en-US" smtClean="0"/>
              <a:t>ファイルはこのフォルダに格納されます</a:t>
            </a:r>
            <a:endParaRPr lang="en-US" dirty="0" smtClean="0"/>
          </a:p>
          <a:p>
            <a:pPr marL="342900" indent="-342900">
              <a:buFont typeface="+mj-lt"/>
              <a:buAutoNum type="arabicPeriod"/>
            </a:pPr>
            <a:r>
              <a:rPr lang="ja-JP" altLang="en-US" smtClean="0"/>
              <a:t>ログファイルフォルダ</a:t>
            </a:r>
            <a:r>
              <a:rPr lang="en-US" dirty="0" smtClean="0"/>
              <a:t>  : </a:t>
            </a:r>
            <a:r>
              <a:rPr lang="ja-JP" altLang="en-US" smtClean="0"/>
              <a:t>全てのエラーと処理のログはこのフォルダに格納されます</a:t>
            </a:r>
            <a:endParaRPr lang="en-US" dirty="0"/>
          </a:p>
        </p:txBody>
      </p:sp>
      <p:sp>
        <p:nvSpPr>
          <p:cNvPr id="4" name="Slide Number Placeholder 3"/>
          <p:cNvSpPr>
            <a:spLocks noGrp="1"/>
          </p:cNvSpPr>
          <p:nvPr>
            <p:ph type="sldNum" sz="quarter" idx="12"/>
          </p:nvPr>
        </p:nvSpPr>
        <p:spPr/>
        <p:txBody>
          <a:bodyPr/>
          <a:lstStyle/>
          <a:p>
            <a:fld id="{CA8D9AD5-F248-4919-864A-CFD76CC027D6}" type="slidenum">
              <a:rPr lang="en-US" smtClean="0"/>
              <a:pPr/>
              <a:t>5</a:t>
            </a:fld>
            <a:endParaRPr lang="en-US" dirty="0"/>
          </a:p>
        </p:txBody>
      </p:sp>
      <p:sp>
        <p:nvSpPr>
          <p:cNvPr id="5" name="Footer Placeholder 4"/>
          <p:cNvSpPr>
            <a:spLocks noGrp="1"/>
          </p:cNvSpPr>
          <p:nvPr>
            <p:ph type="ftr" sz="quarter" idx="11"/>
          </p:nvPr>
        </p:nvSpPr>
        <p:spPr/>
        <p:txBody>
          <a:bodyPr/>
          <a:lstStyle/>
          <a:p>
            <a:r>
              <a:rPr lang="en-US" smtClean="0"/>
              <a:t>Indocosmo Systems Pvt. Ltd. All Rights Reserved</a:t>
            </a:r>
            <a:endParaRPr lang="en-US" dirty="0"/>
          </a:p>
        </p:txBody>
      </p:sp>
      <p:grpSp>
        <p:nvGrpSpPr>
          <p:cNvPr id="7" name="Group 6"/>
          <p:cNvGrpSpPr/>
          <p:nvPr/>
        </p:nvGrpSpPr>
        <p:grpSpPr>
          <a:xfrm>
            <a:off x="1066800" y="1752600"/>
            <a:ext cx="7543800" cy="2057400"/>
            <a:chOff x="381000" y="1371600"/>
            <a:chExt cx="7543800" cy="2057400"/>
          </a:xfrm>
        </p:grpSpPr>
        <p:sp>
          <p:nvSpPr>
            <p:cNvPr id="8" name="Rectangle 7"/>
            <p:cNvSpPr/>
            <p:nvPr/>
          </p:nvSpPr>
          <p:spPr bwMode="auto">
            <a:xfrm>
              <a:off x="533400" y="1371600"/>
              <a:ext cx="7391400" cy="2057400"/>
            </a:xfrm>
            <a:prstGeom prst="rect">
              <a:avLst/>
            </a:prstGeom>
            <a:solidFill>
              <a:schemeClr val="accent1">
                <a:lumMod val="20000"/>
                <a:lumOff val="80000"/>
              </a:schemeClr>
            </a:solidFill>
            <a:ln>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smtClean="0">
                <a:ln>
                  <a:noFill/>
                </a:ln>
                <a:solidFill>
                  <a:schemeClr val="tx1"/>
                </a:solidFill>
                <a:effectLst/>
                <a:latin typeface="Arial" charset="0"/>
              </a:endParaRPr>
            </a:p>
          </p:txBody>
        </p:sp>
        <p:sp>
          <p:nvSpPr>
            <p:cNvPr id="9" name="Rectangle 8"/>
            <p:cNvSpPr/>
            <p:nvPr/>
          </p:nvSpPr>
          <p:spPr bwMode="auto">
            <a:xfrm>
              <a:off x="914400" y="1524000"/>
              <a:ext cx="1447800" cy="3048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ja-JP" altLang="en-US" sz="1400" b="1" smtClean="0">
                  <a:solidFill>
                    <a:schemeClr val="tx2"/>
                  </a:solidFill>
                  <a:latin typeface="Arial" charset="0"/>
                </a:rPr>
                <a:t>入力フォルダ</a:t>
              </a:r>
              <a:endParaRPr kumimoji="0" lang="en-US" sz="1400" b="1" i="0" u="none" strike="noStrike" cap="none" normalizeH="0" baseline="0" dirty="0" smtClean="0">
                <a:ln>
                  <a:noFill/>
                </a:ln>
                <a:solidFill>
                  <a:schemeClr val="tx2"/>
                </a:solidFill>
                <a:effectLst/>
                <a:latin typeface="Arial" charset="0"/>
              </a:endParaRPr>
            </a:p>
          </p:txBody>
        </p:sp>
        <p:sp>
          <p:nvSpPr>
            <p:cNvPr id="10" name="Rectangle 9"/>
            <p:cNvSpPr/>
            <p:nvPr/>
          </p:nvSpPr>
          <p:spPr bwMode="auto">
            <a:xfrm>
              <a:off x="2438400" y="1524000"/>
              <a:ext cx="4800600" cy="304800"/>
            </a:xfrm>
            <a:prstGeom prst="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1500" b="0" i="0" u="none" strike="noStrike" cap="none" normalizeH="0" baseline="0" dirty="0" smtClean="0">
                  <a:ln>
                    <a:noFill/>
                  </a:ln>
                  <a:solidFill>
                    <a:schemeClr val="tx1"/>
                  </a:solidFill>
                  <a:effectLst/>
                  <a:latin typeface="Arial" charset="0"/>
                </a:rPr>
                <a:t>C:/CXFConvert/InputFiles</a:t>
              </a:r>
            </a:p>
          </p:txBody>
        </p:sp>
        <p:sp>
          <p:nvSpPr>
            <p:cNvPr id="11" name="Rectangle 10"/>
            <p:cNvSpPr/>
            <p:nvPr/>
          </p:nvSpPr>
          <p:spPr bwMode="auto">
            <a:xfrm>
              <a:off x="914400" y="1981200"/>
              <a:ext cx="1447800" cy="3048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ja-JP" altLang="en-US" sz="1400" b="1" smtClean="0">
                  <a:solidFill>
                    <a:schemeClr val="tx2"/>
                  </a:solidFill>
                  <a:latin typeface="Arial" charset="0"/>
                </a:rPr>
                <a:t>出力フォルダ</a:t>
              </a:r>
              <a:endParaRPr kumimoji="0" lang="en-US" sz="1400" b="1" i="0" u="none" strike="noStrike" cap="none" normalizeH="0" baseline="0" dirty="0" smtClean="0">
                <a:ln>
                  <a:noFill/>
                </a:ln>
                <a:solidFill>
                  <a:schemeClr val="tx2"/>
                </a:solidFill>
                <a:effectLst/>
                <a:latin typeface="Arial" charset="0"/>
              </a:endParaRPr>
            </a:p>
          </p:txBody>
        </p:sp>
        <p:sp>
          <p:nvSpPr>
            <p:cNvPr id="12" name="Rectangle 11"/>
            <p:cNvSpPr/>
            <p:nvPr/>
          </p:nvSpPr>
          <p:spPr bwMode="auto">
            <a:xfrm>
              <a:off x="2438400" y="1981200"/>
              <a:ext cx="4800600" cy="304800"/>
            </a:xfrm>
            <a:prstGeom prst="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r>
                <a:rPr lang="en-US" sz="1500" dirty="0" smtClean="0">
                  <a:solidFill>
                    <a:schemeClr val="tx1"/>
                  </a:solidFill>
                  <a:latin typeface="Arial" charset="0"/>
                </a:rPr>
                <a:t>C:/CXFConvert/OutputFiles</a:t>
              </a:r>
            </a:p>
          </p:txBody>
        </p:sp>
        <p:sp>
          <p:nvSpPr>
            <p:cNvPr id="13" name="Rectangle 12"/>
            <p:cNvSpPr/>
            <p:nvPr/>
          </p:nvSpPr>
          <p:spPr bwMode="auto">
            <a:xfrm>
              <a:off x="381000" y="2438400"/>
              <a:ext cx="2362200" cy="3048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ja-JP" altLang="en-US" sz="1400" b="1" smtClean="0">
                  <a:solidFill>
                    <a:schemeClr val="tx2"/>
                  </a:solidFill>
                  <a:latin typeface="Arial" charset="0"/>
                </a:rPr>
                <a:t>ログファイルフォルダ</a:t>
              </a:r>
              <a:endParaRPr kumimoji="0" lang="en-US" sz="1400" b="1" i="0" u="none" strike="noStrike" cap="none" normalizeH="0" baseline="0" dirty="0" smtClean="0">
                <a:ln>
                  <a:noFill/>
                </a:ln>
                <a:solidFill>
                  <a:schemeClr val="tx2"/>
                </a:solidFill>
                <a:effectLst/>
                <a:latin typeface="Arial" charset="0"/>
              </a:endParaRPr>
            </a:p>
          </p:txBody>
        </p:sp>
        <p:sp>
          <p:nvSpPr>
            <p:cNvPr id="14" name="Rectangle 13"/>
            <p:cNvSpPr/>
            <p:nvPr/>
          </p:nvSpPr>
          <p:spPr bwMode="auto">
            <a:xfrm>
              <a:off x="2438400" y="2438400"/>
              <a:ext cx="4800600" cy="304800"/>
            </a:xfrm>
            <a:prstGeom prst="rect">
              <a:avLst/>
            </a:prstGeom>
            <a:ln>
              <a:headEnd type="none" w="med" len="med"/>
              <a:tailEnd type="none" w="med" len="med"/>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bodyPr>
            <a:lstStyle/>
            <a:p>
              <a:r>
                <a:rPr lang="en-US" sz="1500" dirty="0" smtClean="0">
                  <a:solidFill>
                    <a:schemeClr val="tx1"/>
                  </a:solidFill>
                  <a:latin typeface="Arial" charset="0"/>
                </a:rPr>
                <a:t>C:/CXFConvert/LogFiles</a:t>
              </a:r>
            </a:p>
            <a:p>
              <a:pPr marL="0" marR="0" indent="0" defTabSz="914400" latinLnBrk="0">
                <a:lnSpc>
                  <a:spcPct val="100000"/>
                </a:lnSpc>
                <a:buClrTx/>
                <a:buSzTx/>
                <a:buFontTx/>
                <a:buNone/>
                <a:tabLst/>
              </a:pPr>
              <a:endParaRPr lang="en-US" sz="1500" dirty="0" smtClean="0">
                <a:solidFill>
                  <a:schemeClr val="tx1"/>
                </a:solidFill>
                <a:latin typeface="Arial" charset="0"/>
              </a:endParaRPr>
            </a:p>
          </p:txBody>
        </p:sp>
        <p:sp>
          <p:nvSpPr>
            <p:cNvPr id="15" name="Rounded Rectangle 14"/>
            <p:cNvSpPr/>
            <p:nvPr/>
          </p:nvSpPr>
          <p:spPr bwMode="auto">
            <a:xfrm>
              <a:off x="5029200" y="2895600"/>
              <a:ext cx="914400" cy="381000"/>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ja-JP" altLang="en-US" sz="1500" smtClean="0">
                  <a:latin typeface="Arial" charset="0"/>
                </a:rPr>
                <a:t>更新</a:t>
              </a:r>
              <a:endParaRPr kumimoji="0" lang="en-US" sz="1500" i="0" u="none" strike="noStrike" cap="none" normalizeH="0" baseline="0" dirty="0" smtClean="0">
                <a:ln>
                  <a:noFill/>
                </a:ln>
                <a:solidFill>
                  <a:schemeClr val="tx1"/>
                </a:solidFill>
                <a:effectLst/>
                <a:latin typeface="Arial" charset="0"/>
              </a:endParaRPr>
            </a:p>
          </p:txBody>
        </p:sp>
        <p:sp>
          <p:nvSpPr>
            <p:cNvPr id="16" name="Rounded Rectangle 15"/>
            <p:cNvSpPr/>
            <p:nvPr/>
          </p:nvSpPr>
          <p:spPr bwMode="auto">
            <a:xfrm>
              <a:off x="6248400" y="2895600"/>
              <a:ext cx="1295400" cy="381000"/>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ja-JP" altLang="en-US" sz="1500" smtClean="0">
                  <a:latin typeface="Arial" charset="0"/>
                </a:rPr>
                <a:t>キャンセル</a:t>
              </a:r>
              <a:endParaRPr kumimoji="0" lang="en-US" sz="1500" b="0" i="0" u="none" strike="noStrike" cap="none" normalizeH="0" baseline="0" dirty="0" smtClean="0">
                <a:ln>
                  <a:noFill/>
                </a:ln>
                <a:solidFill>
                  <a:schemeClr val="tx1"/>
                </a:solidFill>
                <a:effectLst/>
                <a:latin typeface="Arial" charset="0"/>
              </a:endParaRPr>
            </a:p>
          </p:txBody>
        </p:sp>
      </p:grpSp>
      <p:sp>
        <p:nvSpPr>
          <p:cNvPr id="17" name="Rounded Rectangle 16"/>
          <p:cNvSpPr/>
          <p:nvPr/>
        </p:nvSpPr>
        <p:spPr bwMode="auto">
          <a:xfrm>
            <a:off x="8001000" y="1905000"/>
            <a:ext cx="457200" cy="304800"/>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dirty="0" smtClean="0"/>
              <a:t>...</a:t>
            </a:r>
            <a:endParaRPr kumimoji="0" lang="en-US" sz="1800" b="0" i="0" u="none" strike="noStrike" cap="none" normalizeH="0" baseline="0" dirty="0" smtClean="0">
              <a:ln>
                <a:noFill/>
              </a:ln>
              <a:solidFill>
                <a:schemeClr val="tx1"/>
              </a:solidFill>
              <a:effectLst/>
              <a:latin typeface="Arial" charset="0"/>
            </a:endParaRPr>
          </a:p>
        </p:txBody>
      </p:sp>
      <p:sp>
        <p:nvSpPr>
          <p:cNvPr id="18" name="Rounded Rectangle 17"/>
          <p:cNvSpPr/>
          <p:nvPr/>
        </p:nvSpPr>
        <p:spPr bwMode="auto">
          <a:xfrm>
            <a:off x="8001000" y="2362200"/>
            <a:ext cx="457200" cy="304800"/>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dirty="0" smtClean="0"/>
              <a:t>...</a:t>
            </a:r>
            <a:endParaRPr kumimoji="0" lang="en-US" sz="1800" b="0" i="0" u="none" strike="noStrike" cap="none" normalizeH="0" baseline="0" dirty="0" smtClean="0">
              <a:ln>
                <a:noFill/>
              </a:ln>
              <a:solidFill>
                <a:schemeClr val="tx1"/>
              </a:solidFill>
              <a:effectLst/>
              <a:latin typeface="Arial" charset="0"/>
            </a:endParaRPr>
          </a:p>
        </p:txBody>
      </p:sp>
      <p:sp>
        <p:nvSpPr>
          <p:cNvPr id="19" name="Rounded Rectangle 18"/>
          <p:cNvSpPr/>
          <p:nvPr/>
        </p:nvSpPr>
        <p:spPr bwMode="auto">
          <a:xfrm>
            <a:off x="8001000" y="2819400"/>
            <a:ext cx="457200" cy="304800"/>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en-US" dirty="0" smtClean="0"/>
              <a:t>...</a:t>
            </a:r>
            <a:endParaRPr kumimoji="0" lang="en-US" sz="1800" b="0" i="0" u="none" strike="noStrike" cap="none" normalizeH="0" baseline="0" dirty="0" smtClean="0">
              <a:ln>
                <a:noFill/>
              </a:ln>
              <a:solidFill>
                <a:schemeClr val="tx1"/>
              </a:solidFill>
              <a:effectLst/>
              <a:latin typeface="Arial" charset="0"/>
            </a:endParaRPr>
          </a:p>
        </p:txBody>
      </p:sp>
    </p:spTree>
    <p:extLst>
      <p:ext uri="{BB962C8B-B14F-4D97-AF65-F5344CB8AC3E}">
        <p14:creationId xmlns="" xmlns:p14="http://schemas.microsoft.com/office/powerpoint/2010/main" val="2193455360"/>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smtClean="0"/>
              <a:t>メイン</a:t>
            </a:r>
            <a:r>
              <a:rPr lang="en-US" dirty="0" smtClean="0"/>
              <a:t> </a:t>
            </a:r>
            <a:r>
              <a:rPr lang="ja-JP" altLang="en-US" smtClean="0"/>
              <a:t>画面</a:t>
            </a:r>
            <a:endParaRPr lang="en-US" dirty="0"/>
          </a:p>
        </p:txBody>
      </p:sp>
      <p:sp>
        <p:nvSpPr>
          <p:cNvPr id="4" name="Slide Number Placeholder 3"/>
          <p:cNvSpPr>
            <a:spLocks noGrp="1"/>
          </p:cNvSpPr>
          <p:nvPr>
            <p:ph type="sldNum" sz="quarter" idx="12"/>
          </p:nvPr>
        </p:nvSpPr>
        <p:spPr/>
        <p:txBody>
          <a:bodyPr/>
          <a:lstStyle/>
          <a:p>
            <a:fld id="{CA8D9AD5-F248-4919-864A-CFD76CC027D6}" type="slidenum">
              <a:rPr lang="en-US" smtClean="0"/>
              <a:pPr/>
              <a:t>6</a:t>
            </a:fld>
            <a:endParaRPr lang="en-US" dirty="0"/>
          </a:p>
        </p:txBody>
      </p:sp>
      <p:sp>
        <p:nvSpPr>
          <p:cNvPr id="5" name="Footer Placeholder 4"/>
          <p:cNvSpPr>
            <a:spLocks noGrp="1"/>
          </p:cNvSpPr>
          <p:nvPr>
            <p:ph type="ftr" sz="quarter" idx="11"/>
          </p:nvPr>
        </p:nvSpPr>
        <p:spPr/>
        <p:txBody>
          <a:bodyPr/>
          <a:lstStyle/>
          <a:p>
            <a:r>
              <a:rPr lang="en-US" smtClean="0"/>
              <a:t>Indocosmo Systems Pvt. Ltd. All Rights Reserved</a:t>
            </a:r>
            <a:endParaRPr lang="en-US" dirty="0"/>
          </a:p>
        </p:txBody>
      </p:sp>
      <p:grpSp>
        <p:nvGrpSpPr>
          <p:cNvPr id="61" name="Group 60"/>
          <p:cNvGrpSpPr/>
          <p:nvPr/>
        </p:nvGrpSpPr>
        <p:grpSpPr>
          <a:xfrm>
            <a:off x="1295400" y="1752600"/>
            <a:ext cx="7467600" cy="4114800"/>
            <a:chOff x="337851" y="838200"/>
            <a:chExt cx="8458200" cy="5638800"/>
          </a:xfrm>
        </p:grpSpPr>
        <p:sp>
          <p:nvSpPr>
            <p:cNvPr id="7" name="Rectangle 6"/>
            <p:cNvSpPr/>
            <p:nvPr/>
          </p:nvSpPr>
          <p:spPr bwMode="auto">
            <a:xfrm>
              <a:off x="337851" y="838200"/>
              <a:ext cx="8458200" cy="5638800"/>
            </a:xfrm>
            <a:prstGeom prst="rect">
              <a:avLst/>
            </a:prstGeom>
            <a:solidFill>
              <a:schemeClr val="accent1">
                <a:lumMod val="20000"/>
                <a:lumOff val="80000"/>
              </a:schemeClr>
            </a:solidFill>
            <a:ln>
              <a:headEnd type="none" w="med" len="med"/>
              <a:tailEnd type="none" w="med" len="med"/>
            </a:ln>
          </p:spPr>
          <p:style>
            <a:lnRef idx="1">
              <a:schemeClr val="accent5"/>
            </a:lnRef>
            <a:fillRef idx="2">
              <a:schemeClr val="accent5"/>
            </a:fillRef>
            <a:effectRef idx="1">
              <a:schemeClr val="accent5"/>
            </a:effectRef>
            <a:fontRef idx="minor">
              <a:schemeClr val="dk1"/>
            </a:fontRef>
          </p:style>
          <p:txBody>
            <a:bodyPr vert="horz" wrap="square" lIns="91440" tIns="45720" rIns="91440" bIns="45720" numCol="1" rtlCol="0" anchor="ctr"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600" b="0" i="0" u="none" strike="noStrike" cap="none" normalizeH="0" baseline="0" dirty="0" smtClean="0">
                <a:ln>
                  <a:noFill/>
                </a:ln>
                <a:solidFill>
                  <a:schemeClr val="tx1"/>
                </a:solidFill>
                <a:effectLst/>
                <a:latin typeface="Arial" charset="0"/>
              </a:endParaRPr>
            </a:p>
          </p:txBody>
        </p:sp>
        <p:sp>
          <p:nvSpPr>
            <p:cNvPr id="8" name="Rectangle 7"/>
            <p:cNvSpPr/>
            <p:nvPr/>
          </p:nvSpPr>
          <p:spPr bwMode="auto">
            <a:xfrm>
              <a:off x="337851" y="838200"/>
              <a:ext cx="1676400" cy="5638800"/>
            </a:xfrm>
            <a:prstGeom prst="rect">
              <a:avLst/>
            </a:prstGeom>
            <a:solidFill>
              <a:schemeClr val="accent1">
                <a:alpha val="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charset="0"/>
              </a:endParaRPr>
            </a:p>
          </p:txBody>
        </p:sp>
        <p:sp>
          <p:nvSpPr>
            <p:cNvPr id="9" name="Rectangle 8"/>
            <p:cNvSpPr/>
            <p:nvPr/>
          </p:nvSpPr>
          <p:spPr bwMode="auto">
            <a:xfrm>
              <a:off x="2035366" y="838200"/>
              <a:ext cx="6756094" cy="5638800"/>
            </a:xfrm>
            <a:prstGeom prst="rect">
              <a:avLst/>
            </a:prstGeom>
            <a:solidFill>
              <a:schemeClr val="accent1">
                <a:alpha val="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charset="0"/>
              </a:endParaRPr>
            </a:p>
          </p:txBody>
        </p:sp>
        <p:sp>
          <p:nvSpPr>
            <p:cNvPr id="10" name="Rounded Rectangle 9"/>
            <p:cNvSpPr/>
            <p:nvPr/>
          </p:nvSpPr>
          <p:spPr bwMode="auto">
            <a:xfrm>
              <a:off x="533400" y="1143000"/>
              <a:ext cx="1295400" cy="1143000"/>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ja-JP" altLang="en-US" smtClean="0">
                  <a:latin typeface="Arial" charset="0"/>
                </a:rPr>
                <a:t>処理</a:t>
              </a:r>
              <a:endParaRPr kumimoji="0" lang="en-US" sz="1800" b="0" i="0" u="none" strike="noStrike" cap="none" normalizeH="0" baseline="0" dirty="0" smtClean="0">
                <a:ln>
                  <a:noFill/>
                </a:ln>
                <a:solidFill>
                  <a:schemeClr val="tx1"/>
                </a:solidFill>
                <a:effectLst/>
                <a:latin typeface="Arial" charset="0"/>
              </a:endParaRPr>
            </a:p>
          </p:txBody>
        </p:sp>
        <p:sp>
          <p:nvSpPr>
            <p:cNvPr id="11" name="Rounded Rectangle 10"/>
            <p:cNvSpPr/>
            <p:nvPr/>
          </p:nvSpPr>
          <p:spPr bwMode="auto">
            <a:xfrm>
              <a:off x="533400" y="2590800"/>
              <a:ext cx="1295400" cy="1143000"/>
            </a:xfrm>
            <a:prstGeom prst="round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algn="ctr"/>
              <a:r>
                <a:rPr lang="ja-JP" altLang="en-US" smtClean="0"/>
                <a:t>設定</a:t>
              </a:r>
              <a:endParaRPr lang="en-US" dirty="0" smtClean="0"/>
            </a:p>
          </p:txBody>
        </p:sp>
        <p:sp>
          <p:nvSpPr>
            <p:cNvPr id="12" name="Rectangle 11"/>
            <p:cNvSpPr/>
            <p:nvPr/>
          </p:nvSpPr>
          <p:spPr bwMode="auto">
            <a:xfrm>
              <a:off x="2150322" y="1066800"/>
              <a:ext cx="2116878" cy="397934"/>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pPr marL="0" marR="0" indent="0" defTabSz="914400" rtl="0" eaLnBrk="0" fontAlgn="base" latinLnBrk="0" hangingPunct="0">
                <a:lnSpc>
                  <a:spcPct val="100000"/>
                </a:lnSpc>
                <a:spcBef>
                  <a:spcPct val="0"/>
                </a:spcBef>
                <a:spcAft>
                  <a:spcPct val="0"/>
                </a:spcAft>
                <a:buClrTx/>
                <a:buSzTx/>
                <a:buFontTx/>
                <a:buNone/>
                <a:tabLst/>
              </a:pPr>
              <a:r>
                <a:rPr kumimoji="0" lang="ja-JP" altLang="en-US" sz="1200" b="1" i="0" u="none" strike="noStrike" cap="none" normalizeH="0" baseline="0" smtClean="0">
                  <a:ln>
                    <a:noFill/>
                  </a:ln>
                  <a:solidFill>
                    <a:schemeClr val="tx2"/>
                  </a:solidFill>
                  <a:effectLst/>
                  <a:latin typeface="Arial" charset="0"/>
                </a:rPr>
                <a:t>図面ファイルの選択</a:t>
              </a:r>
              <a:endParaRPr kumimoji="0" lang="en-US" sz="1200" b="1" i="0" u="none" strike="noStrike" cap="none" normalizeH="0" baseline="0" dirty="0" smtClean="0">
                <a:ln>
                  <a:noFill/>
                </a:ln>
                <a:solidFill>
                  <a:schemeClr val="tx2"/>
                </a:solidFill>
                <a:effectLst/>
                <a:latin typeface="Arial" charset="0"/>
              </a:endParaRPr>
            </a:p>
          </p:txBody>
        </p:sp>
        <p:sp>
          <p:nvSpPr>
            <p:cNvPr id="13" name="Rectangle 12"/>
            <p:cNvSpPr/>
            <p:nvPr/>
          </p:nvSpPr>
          <p:spPr bwMode="auto">
            <a:xfrm>
              <a:off x="2133600" y="1676400"/>
              <a:ext cx="6553200" cy="2667000"/>
            </a:xfrm>
            <a:prstGeom prst="rect">
              <a:avLst/>
            </a:prstGeom>
            <a:solidFill>
              <a:schemeClr val="bg2">
                <a:lumMod val="40000"/>
                <a:lumOff val="60000"/>
              </a:schemeClr>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effectLst/>
                <a:latin typeface="Arial" charset="0"/>
              </a:endParaRPr>
            </a:p>
          </p:txBody>
        </p:sp>
        <p:grpSp>
          <p:nvGrpSpPr>
            <p:cNvPr id="14" name="Group 13"/>
            <p:cNvGrpSpPr/>
            <p:nvPr/>
          </p:nvGrpSpPr>
          <p:grpSpPr>
            <a:xfrm>
              <a:off x="2590800" y="1676400"/>
              <a:ext cx="6096000" cy="304800"/>
              <a:chOff x="2721935" y="1676400"/>
              <a:chExt cx="5812465" cy="381000"/>
            </a:xfrm>
          </p:grpSpPr>
          <p:sp>
            <p:nvSpPr>
              <p:cNvPr id="15" name="Rectangle 14"/>
              <p:cNvSpPr/>
              <p:nvPr/>
            </p:nvSpPr>
            <p:spPr bwMode="auto">
              <a:xfrm>
                <a:off x="2721935" y="1676400"/>
                <a:ext cx="2034363" cy="381000"/>
              </a:xfrm>
              <a:prstGeom prst="rect">
                <a:avLst/>
              </a:prstGeom>
              <a:solidFill>
                <a:srgbClr val="1368B5"/>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ja-JP" altLang="en-US" sz="1200" b="1" smtClean="0">
                    <a:solidFill>
                      <a:schemeClr val="bg1"/>
                    </a:solidFill>
                    <a:latin typeface="Arial" charset="0"/>
                  </a:rPr>
                  <a:t>ファイル</a:t>
                </a:r>
                <a:r>
                  <a:rPr lang="en-US" altLang="ja-JP" sz="1200" b="1" dirty="0" smtClean="0">
                    <a:solidFill>
                      <a:schemeClr val="bg1"/>
                    </a:solidFill>
                    <a:latin typeface="Arial" charset="0"/>
                  </a:rPr>
                  <a:t>		</a:t>
                </a:r>
                <a:endParaRPr kumimoji="0" lang="en-US" sz="1200" b="1" i="0" u="none" strike="noStrike" cap="none" normalizeH="0" baseline="0" dirty="0" smtClean="0">
                  <a:ln>
                    <a:noFill/>
                  </a:ln>
                  <a:solidFill>
                    <a:schemeClr val="bg1"/>
                  </a:solidFill>
                  <a:effectLst/>
                  <a:latin typeface="Arial" charset="0"/>
                </a:endParaRPr>
              </a:p>
            </p:txBody>
          </p:sp>
          <p:sp>
            <p:nvSpPr>
              <p:cNvPr id="16" name="Rectangle 15"/>
              <p:cNvSpPr/>
              <p:nvPr/>
            </p:nvSpPr>
            <p:spPr bwMode="auto">
              <a:xfrm>
                <a:off x="4756298" y="1676400"/>
                <a:ext cx="1219200" cy="381000"/>
              </a:xfrm>
              <a:prstGeom prst="rect">
                <a:avLst/>
              </a:prstGeom>
              <a:solidFill>
                <a:srgbClr val="1368B5"/>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ja-JP" altLang="en-US" sz="1200" b="1" smtClean="0">
                    <a:solidFill>
                      <a:schemeClr val="bg1"/>
                    </a:solidFill>
                  </a:rPr>
                  <a:t>ステータス</a:t>
                </a:r>
                <a:endParaRPr lang="en-US" sz="1200" b="1" dirty="0" smtClean="0">
                  <a:solidFill>
                    <a:schemeClr val="bg1"/>
                  </a:solidFill>
                </a:endParaRPr>
              </a:p>
            </p:txBody>
          </p:sp>
          <p:sp>
            <p:nvSpPr>
              <p:cNvPr id="17" name="Rectangle 16"/>
              <p:cNvSpPr/>
              <p:nvPr/>
            </p:nvSpPr>
            <p:spPr bwMode="auto">
              <a:xfrm>
                <a:off x="5991447" y="1676400"/>
                <a:ext cx="1307805" cy="381000"/>
              </a:xfrm>
              <a:prstGeom prst="rect">
                <a:avLst/>
              </a:prstGeom>
              <a:solidFill>
                <a:srgbClr val="1368B5"/>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defTabSz="914400" latinLnBrk="0">
                  <a:lnSpc>
                    <a:spcPct val="100000"/>
                  </a:lnSpc>
                  <a:buClrTx/>
                  <a:buSzTx/>
                  <a:buFontTx/>
                  <a:buNone/>
                  <a:tabLst/>
                </a:pPr>
                <a:r>
                  <a:rPr lang="ja-JP" altLang="en-US" sz="1200" b="1" smtClean="0">
                    <a:solidFill>
                      <a:schemeClr val="bg1"/>
                    </a:solidFill>
                  </a:rPr>
                  <a:t>出力</a:t>
                </a:r>
                <a:endParaRPr lang="en-US" sz="1200" b="1" dirty="0" smtClean="0">
                  <a:solidFill>
                    <a:schemeClr val="bg1"/>
                  </a:solidFill>
                </a:endParaRPr>
              </a:p>
            </p:txBody>
          </p:sp>
          <p:sp>
            <p:nvSpPr>
              <p:cNvPr id="18" name="Rectangle 17"/>
              <p:cNvSpPr/>
              <p:nvPr/>
            </p:nvSpPr>
            <p:spPr bwMode="auto">
              <a:xfrm>
                <a:off x="7315200" y="1676400"/>
                <a:ext cx="1219200" cy="381000"/>
              </a:xfrm>
              <a:prstGeom prst="rect">
                <a:avLst/>
              </a:prstGeom>
              <a:solidFill>
                <a:srgbClr val="1368B5"/>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1200" b="1" smtClean="0">
                  <a:solidFill>
                    <a:schemeClr val="bg1"/>
                  </a:solidFill>
                </a:endParaRPr>
              </a:p>
            </p:txBody>
          </p:sp>
        </p:grpSp>
        <p:grpSp>
          <p:nvGrpSpPr>
            <p:cNvPr id="19" name="Group 18"/>
            <p:cNvGrpSpPr/>
            <p:nvPr/>
          </p:nvGrpSpPr>
          <p:grpSpPr>
            <a:xfrm>
              <a:off x="2593848" y="1981200"/>
              <a:ext cx="6092952" cy="304800"/>
              <a:chOff x="2724842" y="1676400"/>
              <a:chExt cx="5809558" cy="304800"/>
            </a:xfrm>
          </p:grpSpPr>
          <p:sp>
            <p:nvSpPr>
              <p:cNvPr id="20" name="Rectangle 19"/>
              <p:cNvSpPr/>
              <p:nvPr/>
            </p:nvSpPr>
            <p:spPr bwMode="auto">
              <a:xfrm>
                <a:off x="2724842" y="1676400"/>
                <a:ext cx="2031456" cy="30480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1200" i="0" u="none" strike="noStrike" cap="none" normalizeH="0" baseline="0" dirty="0" smtClean="0">
                    <a:ln>
                      <a:noFill/>
                    </a:ln>
                    <a:solidFill>
                      <a:schemeClr val="tx1"/>
                    </a:solidFill>
                    <a:effectLst/>
                    <a:latin typeface="Arial" charset="0"/>
                  </a:rPr>
                  <a:t>DWG_File_1.dwg</a:t>
                </a:r>
              </a:p>
            </p:txBody>
          </p:sp>
          <p:sp>
            <p:nvSpPr>
              <p:cNvPr id="21" name="Rectangle 20"/>
              <p:cNvSpPr/>
              <p:nvPr/>
            </p:nvSpPr>
            <p:spPr bwMode="auto">
              <a:xfrm>
                <a:off x="4756298" y="1676400"/>
                <a:ext cx="1219200" cy="30480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sz="1200" dirty="0" smtClean="0">
                    <a:solidFill>
                      <a:srgbClr val="008000"/>
                    </a:solidFill>
                  </a:rPr>
                  <a:t>Success</a:t>
                </a:r>
              </a:p>
            </p:txBody>
          </p:sp>
          <p:sp>
            <p:nvSpPr>
              <p:cNvPr id="22" name="Rectangle 21"/>
              <p:cNvSpPr/>
              <p:nvPr/>
            </p:nvSpPr>
            <p:spPr bwMode="auto">
              <a:xfrm>
                <a:off x="5991447" y="1676400"/>
                <a:ext cx="1323754" cy="30480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defTabSz="914400" latinLnBrk="0">
                  <a:lnSpc>
                    <a:spcPct val="100000"/>
                  </a:lnSpc>
                  <a:buClrTx/>
                  <a:buSzTx/>
                  <a:buFontTx/>
                  <a:buNone/>
                  <a:tabLst/>
                </a:pPr>
                <a:r>
                  <a:rPr lang="en-US" sz="1200" dirty="0" smtClean="0"/>
                  <a:t>DWG_File_1.cxf</a:t>
                </a:r>
              </a:p>
            </p:txBody>
          </p:sp>
          <p:sp>
            <p:nvSpPr>
              <p:cNvPr id="23" name="Rectangle 22"/>
              <p:cNvSpPr/>
              <p:nvPr/>
            </p:nvSpPr>
            <p:spPr bwMode="auto">
              <a:xfrm>
                <a:off x="7315200" y="1676400"/>
                <a:ext cx="1219200" cy="30480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lang="ja-JP" altLang="en-US" sz="1000" u="sng" smtClean="0">
                    <a:solidFill>
                      <a:srgbClr val="0000FF"/>
                    </a:solidFill>
                    <a:latin typeface="Arial" charset="0"/>
                  </a:rPr>
                  <a:t>フォルダを開く</a:t>
                </a:r>
                <a:endParaRPr kumimoji="0" lang="en-US" sz="1000" b="0" i="0" u="sng" strike="noStrike" cap="none" normalizeH="0" baseline="0" dirty="0" smtClean="0">
                  <a:ln>
                    <a:noFill/>
                  </a:ln>
                  <a:solidFill>
                    <a:srgbClr val="0000FF"/>
                  </a:solidFill>
                  <a:effectLst/>
                  <a:latin typeface="Arial" charset="0"/>
                </a:endParaRPr>
              </a:p>
            </p:txBody>
          </p:sp>
        </p:grpSp>
        <p:grpSp>
          <p:nvGrpSpPr>
            <p:cNvPr id="24" name="Group 23"/>
            <p:cNvGrpSpPr/>
            <p:nvPr/>
          </p:nvGrpSpPr>
          <p:grpSpPr>
            <a:xfrm>
              <a:off x="2593848" y="2286000"/>
              <a:ext cx="6092952" cy="304800"/>
              <a:chOff x="2724842" y="1676400"/>
              <a:chExt cx="5809558" cy="304800"/>
            </a:xfrm>
          </p:grpSpPr>
          <p:sp>
            <p:nvSpPr>
              <p:cNvPr id="25" name="Rectangle 24"/>
              <p:cNvSpPr/>
              <p:nvPr/>
            </p:nvSpPr>
            <p:spPr bwMode="auto">
              <a:xfrm>
                <a:off x="2724842" y="1676400"/>
                <a:ext cx="2031456" cy="30480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1200" i="0" u="none" strike="noStrike" cap="none" normalizeH="0" baseline="0" dirty="0" smtClean="0">
                    <a:ln>
                      <a:noFill/>
                    </a:ln>
                    <a:solidFill>
                      <a:schemeClr val="tx1"/>
                    </a:solidFill>
                    <a:effectLst/>
                    <a:latin typeface="Arial" charset="0"/>
                  </a:rPr>
                  <a:t>DWG_File_2.dwg</a:t>
                </a:r>
              </a:p>
            </p:txBody>
          </p:sp>
          <p:sp>
            <p:nvSpPr>
              <p:cNvPr id="26" name="Rectangle 25"/>
              <p:cNvSpPr/>
              <p:nvPr/>
            </p:nvSpPr>
            <p:spPr bwMode="auto">
              <a:xfrm>
                <a:off x="4756298" y="1676400"/>
                <a:ext cx="1219200" cy="30480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sz="1200" dirty="0" smtClean="0">
                    <a:solidFill>
                      <a:srgbClr val="008000"/>
                    </a:solidFill>
                  </a:rPr>
                  <a:t>Success</a:t>
                </a:r>
              </a:p>
            </p:txBody>
          </p:sp>
          <p:sp>
            <p:nvSpPr>
              <p:cNvPr id="27" name="Rectangle 26"/>
              <p:cNvSpPr/>
              <p:nvPr/>
            </p:nvSpPr>
            <p:spPr bwMode="auto">
              <a:xfrm>
                <a:off x="5991447" y="1676400"/>
                <a:ext cx="1323754" cy="30480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defTabSz="914400" latinLnBrk="0">
                  <a:lnSpc>
                    <a:spcPct val="100000"/>
                  </a:lnSpc>
                  <a:buClrTx/>
                  <a:buSzTx/>
                  <a:buFontTx/>
                  <a:buNone/>
                  <a:tabLst/>
                </a:pPr>
                <a:r>
                  <a:rPr lang="en-US" sz="1200" dirty="0" smtClean="0"/>
                  <a:t>DWG_File_2.cxf</a:t>
                </a:r>
              </a:p>
            </p:txBody>
          </p:sp>
          <p:sp>
            <p:nvSpPr>
              <p:cNvPr id="28" name="Rectangle 27"/>
              <p:cNvSpPr/>
              <p:nvPr/>
            </p:nvSpPr>
            <p:spPr bwMode="auto">
              <a:xfrm>
                <a:off x="7315200" y="1676400"/>
                <a:ext cx="1219200" cy="30480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eaLnBrk="0" fontAlgn="base" hangingPunct="0">
                  <a:spcBef>
                    <a:spcPct val="0"/>
                  </a:spcBef>
                  <a:spcAft>
                    <a:spcPct val="0"/>
                  </a:spcAft>
                </a:pPr>
                <a:r>
                  <a:rPr lang="ja-JP" altLang="en-US" sz="1000" u="sng" smtClean="0">
                    <a:solidFill>
                      <a:srgbClr val="0000FF"/>
                    </a:solidFill>
                    <a:latin typeface="Arial" charset="0"/>
                  </a:rPr>
                  <a:t>フォルダを開く</a:t>
                </a:r>
                <a:endParaRPr lang="en-US" sz="1000" u="sng" dirty="0" smtClean="0">
                  <a:solidFill>
                    <a:srgbClr val="0000FF"/>
                  </a:solidFill>
                  <a:latin typeface="Arial" charset="0"/>
                </a:endParaRPr>
              </a:p>
            </p:txBody>
          </p:sp>
        </p:grpSp>
        <p:grpSp>
          <p:nvGrpSpPr>
            <p:cNvPr id="29" name="Group 28"/>
            <p:cNvGrpSpPr/>
            <p:nvPr/>
          </p:nvGrpSpPr>
          <p:grpSpPr>
            <a:xfrm>
              <a:off x="2593848" y="2590800"/>
              <a:ext cx="6092952" cy="304800"/>
              <a:chOff x="2724842" y="1676400"/>
              <a:chExt cx="5809558" cy="304800"/>
            </a:xfrm>
          </p:grpSpPr>
          <p:sp>
            <p:nvSpPr>
              <p:cNvPr id="30" name="Rectangle 29"/>
              <p:cNvSpPr/>
              <p:nvPr/>
            </p:nvSpPr>
            <p:spPr bwMode="auto">
              <a:xfrm>
                <a:off x="2724842" y="1676400"/>
                <a:ext cx="2031456" cy="30480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1200" i="0" u="none" strike="noStrike" cap="none" normalizeH="0" baseline="0" dirty="0" smtClean="0">
                    <a:ln>
                      <a:noFill/>
                    </a:ln>
                    <a:solidFill>
                      <a:schemeClr val="tx1"/>
                    </a:solidFill>
                    <a:effectLst/>
                    <a:latin typeface="Arial" charset="0"/>
                  </a:rPr>
                  <a:t>DWG_File_3.dwg</a:t>
                </a:r>
              </a:p>
            </p:txBody>
          </p:sp>
          <p:sp>
            <p:nvSpPr>
              <p:cNvPr id="31" name="Rectangle 30"/>
              <p:cNvSpPr/>
              <p:nvPr/>
            </p:nvSpPr>
            <p:spPr bwMode="auto">
              <a:xfrm>
                <a:off x="4756298" y="1676400"/>
                <a:ext cx="1219200" cy="30480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sz="1200" dirty="0" smtClean="0">
                    <a:solidFill>
                      <a:srgbClr val="FF0000"/>
                    </a:solidFill>
                  </a:rPr>
                  <a:t>Failed</a:t>
                </a:r>
              </a:p>
            </p:txBody>
          </p:sp>
          <p:sp>
            <p:nvSpPr>
              <p:cNvPr id="32" name="Rectangle 31"/>
              <p:cNvSpPr/>
              <p:nvPr/>
            </p:nvSpPr>
            <p:spPr bwMode="auto">
              <a:xfrm>
                <a:off x="5991447" y="1698978"/>
                <a:ext cx="1906479" cy="282222"/>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defTabSz="914400" latinLnBrk="0">
                  <a:lnSpc>
                    <a:spcPct val="100000"/>
                  </a:lnSpc>
                  <a:buClrTx/>
                  <a:buSzTx/>
                  <a:buFontTx/>
                  <a:buNone/>
                  <a:tabLst/>
                </a:pPr>
                <a:r>
                  <a:rPr lang="ja-JP" altLang="en-US" sz="1200" u="sng" smtClean="0">
                    <a:solidFill>
                      <a:srgbClr val="0000FF"/>
                    </a:solidFill>
                  </a:rPr>
                  <a:t>エラーログの表示</a:t>
                </a:r>
                <a:endParaRPr lang="en-US" sz="1200" u="sng" dirty="0" smtClean="0">
                  <a:solidFill>
                    <a:srgbClr val="0000FF"/>
                  </a:solidFill>
                </a:endParaRPr>
              </a:p>
            </p:txBody>
          </p:sp>
          <p:sp>
            <p:nvSpPr>
              <p:cNvPr id="33" name="Rectangle 32"/>
              <p:cNvSpPr/>
              <p:nvPr/>
            </p:nvSpPr>
            <p:spPr bwMode="auto">
              <a:xfrm>
                <a:off x="7315200" y="1676400"/>
                <a:ext cx="1219200" cy="30480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200" b="0" i="0" u="sng" strike="noStrike" cap="none" normalizeH="0" baseline="0" dirty="0" smtClean="0">
                  <a:ln>
                    <a:noFill/>
                  </a:ln>
                  <a:solidFill>
                    <a:srgbClr val="0000FF"/>
                  </a:solidFill>
                  <a:effectLst/>
                  <a:latin typeface="Arial" charset="0"/>
                </a:endParaRPr>
              </a:p>
            </p:txBody>
          </p:sp>
        </p:grpSp>
        <p:grpSp>
          <p:nvGrpSpPr>
            <p:cNvPr id="34" name="Group 33"/>
            <p:cNvGrpSpPr/>
            <p:nvPr/>
          </p:nvGrpSpPr>
          <p:grpSpPr>
            <a:xfrm>
              <a:off x="2593848" y="2895600"/>
              <a:ext cx="6092952" cy="304800"/>
              <a:chOff x="2724842" y="1676400"/>
              <a:chExt cx="5809558" cy="304800"/>
            </a:xfrm>
          </p:grpSpPr>
          <p:sp>
            <p:nvSpPr>
              <p:cNvPr id="35" name="Rectangle 34"/>
              <p:cNvSpPr/>
              <p:nvPr/>
            </p:nvSpPr>
            <p:spPr bwMode="auto">
              <a:xfrm>
                <a:off x="2724842" y="1676400"/>
                <a:ext cx="2031456" cy="30480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1200" i="0" u="none" strike="noStrike" cap="none" normalizeH="0" baseline="0" dirty="0" smtClean="0">
                    <a:ln>
                      <a:noFill/>
                    </a:ln>
                    <a:solidFill>
                      <a:schemeClr val="tx1"/>
                    </a:solidFill>
                    <a:effectLst/>
                    <a:latin typeface="Arial" charset="0"/>
                  </a:rPr>
                  <a:t>DWG_File_4.dwg</a:t>
                </a:r>
              </a:p>
            </p:txBody>
          </p:sp>
          <p:sp>
            <p:nvSpPr>
              <p:cNvPr id="36" name="Rectangle 35"/>
              <p:cNvSpPr/>
              <p:nvPr/>
            </p:nvSpPr>
            <p:spPr bwMode="auto">
              <a:xfrm>
                <a:off x="4756298" y="1676400"/>
                <a:ext cx="1219200" cy="30480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sz="1200" dirty="0" smtClean="0">
                    <a:solidFill>
                      <a:schemeClr val="accent1">
                        <a:lumMod val="75000"/>
                      </a:schemeClr>
                    </a:solidFill>
                  </a:rPr>
                  <a:t>Processing</a:t>
                </a:r>
              </a:p>
            </p:txBody>
          </p:sp>
          <p:sp>
            <p:nvSpPr>
              <p:cNvPr id="37" name="Rectangle 36"/>
              <p:cNvSpPr/>
              <p:nvPr/>
            </p:nvSpPr>
            <p:spPr bwMode="auto">
              <a:xfrm>
                <a:off x="5991447" y="1676400"/>
                <a:ext cx="1323754" cy="30480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defTabSz="914400" latinLnBrk="0">
                  <a:lnSpc>
                    <a:spcPct val="100000"/>
                  </a:lnSpc>
                  <a:buClrTx/>
                  <a:buSzTx/>
                  <a:buFontTx/>
                  <a:buNone/>
                  <a:tabLst/>
                </a:pPr>
                <a:endParaRPr lang="en-US" sz="1200" u="sng" dirty="0" smtClean="0">
                  <a:solidFill>
                    <a:srgbClr val="0000FF"/>
                  </a:solidFill>
                </a:endParaRPr>
              </a:p>
            </p:txBody>
          </p:sp>
          <p:sp>
            <p:nvSpPr>
              <p:cNvPr id="38" name="Rectangle 37"/>
              <p:cNvSpPr/>
              <p:nvPr/>
            </p:nvSpPr>
            <p:spPr bwMode="auto">
              <a:xfrm>
                <a:off x="7315200" y="1676400"/>
                <a:ext cx="1219200" cy="30480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200" b="0" i="0" u="sng" strike="noStrike" cap="none" normalizeH="0" baseline="0" dirty="0" smtClean="0">
                  <a:ln>
                    <a:noFill/>
                  </a:ln>
                  <a:solidFill>
                    <a:srgbClr val="0000FF"/>
                  </a:solidFill>
                  <a:effectLst/>
                  <a:latin typeface="Arial" charset="0"/>
                </a:endParaRPr>
              </a:p>
            </p:txBody>
          </p:sp>
        </p:grpSp>
        <p:sp>
          <p:nvSpPr>
            <p:cNvPr id="39" name="Rounded Rectangle 38"/>
            <p:cNvSpPr/>
            <p:nvPr/>
          </p:nvSpPr>
          <p:spPr bwMode="auto">
            <a:xfrm>
              <a:off x="4267200" y="1066800"/>
              <a:ext cx="1066799" cy="397934"/>
            </a:xfrm>
            <a:prstGeom prst="roundRect">
              <a:avLst/>
            </a:prstGeom>
            <a:ln>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lang="ja-JP" altLang="en-US" sz="1200" smtClean="0">
                  <a:solidFill>
                    <a:schemeClr val="bg1"/>
                  </a:solidFill>
                  <a:latin typeface="Arial" charset="0"/>
                </a:rPr>
                <a:t>参照</a:t>
              </a:r>
              <a:endParaRPr kumimoji="0" lang="en-US" sz="1200" b="0" i="0" u="none" strike="noStrike" cap="none" normalizeH="0" baseline="0" dirty="0" smtClean="0">
                <a:ln>
                  <a:noFill/>
                </a:ln>
                <a:solidFill>
                  <a:schemeClr val="bg1"/>
                </a:solidFill>
                <a:effectLst/>
                <a:latin typeface="Arial" charset="0"/>
              </a:endParaRPr>
            </a:p>
          </p:txBody>
        </p:sp>
        <p:sp>
          <p:nvSpPr>
            <p:cNvPr id="40" name="Rounded Rectangle 39"/>
            <p:cNvSpPr/>
            <p:nvPr/>
          </p:nvSpPr>
          <p:spPr bwMode="auto">
            <a:xfrm>
              <a:off x="2209800" y="4451209"/>
              <a:ext cx="1066799" cy="414867"/>
            </a:xfrm>
            <a:prstGeom prst="roundRect">
              <a:avLst/>
            </a:prstGeom>
            <a:ln>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algn="ctr" eaLnBrk="0" fontAlgn="base" hangingPunct="0">
                <a:spcBef>
                  <a:spcPct val="0"/>
                </a:spcBef>
                <a:spcAft>
                  <a:spcPct val="0"/>
                </a:spcAft>
              </a:pPr>
              <a:r>
                <a:rPr lang="ja-JP" altLang="en-US" sz="1200" smtClean="0">
                  <a:solidFill>
                    <a:schemeClr val="bg1"/>
                  </a:solidFill>
                  <a:latin typeface="Arial" charset="0"/>
                </a:rPr>
                <a:t>変換</a:t>
              </a:r>
              <a:endParaRPr lang="en-US" sz="1200" dirty="0" smtClean="0">
                <a:solidFill>
                  <a:schemeClr val="bg1"/>
                </a:solidFill>
                <a:latin typeface="Arial" charset="0"/>
              </a:endParaRPr>
            </a:p>
          </p:txBody>
        </p:sp>
        <p:sp>
          <p:nvSpPr>
            <p:cNvPr id="41" name="Rectangle 40"/>
            <p:cNvSpPr/>
            <p:nvPr/>
          </p:nvSpPr>
          <p:spPr bwMode="auto">
            <a:xfrm>
              <a:off x="3352800" y="4495800"/>
              <a:ext cx="2819400" cy="304800"/>
            </a:xfrm>
            <a:prstGeom prst="rect">
              <a:avLst/>
            </a:prstGeom>
            <a:no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bodyPr>
            <a:lstStyle/>
            <a:p>
              <a:r>
                <a:rPr kumimoji="0" lang="en-US" sz="1200" i="0" u="none" strike="noStrike" cap="none" normalizeH="0" baseline="0" dirty="0" smtClean="0">
                  <a:ln>
                    <a:noFill/>
                  </a:ln>
                  <a:solidFill>
                    <a:srgbClr val="0000FF"/>
                  </a:solidFill>
                  <a:effectLst/>
                  <a:latin typeface="Arial" charset="0"/>
                </a:rPr>
                <a:t>(Processing </a:t>
              </a:r>
              <a:r>
                <a:rPr lang="en-US" sz="1200" dirty="0" smtClean="0">
                  <a:solidFill>
                    <a:srgbClr val="0000FF"/>
                  </a:solidFill>
                </a:rPr>
                <a:t>DWG_File_4.dwg ….. )</a:t>
              </a:r>
            </a:p>
          </p:txBody>
        </p:sp>
        <p:sp>
          <p:nvSpPr>
            <p:cNvPr id="42" name="Rectangle 41"/>
            <p:cNvSpPr/>
            <p:nvPr/>
          </p:nvSpPr>
          <p:spPr bwMode="auto">
            <a:xfrm>
              <a:off x="2133600" y="4953000"/>
              <a:ext cx="6553200" cy="106680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1200" i="0" u="none" strike="noStrike" cap="none" normalizeH="0" baseline="0" dirty="0" smtClean="0">
                  <a:ln>
                    <a:noFill/>
                  </a:ln>
                  <a:effectLst/>
                  <a:latin typeface="Arial" charset="0"/>
                </a:rPr>
                <a:t>Processing CIRCLE ………</a:t>
              </a:r>
            </a:p>
            <a:p>
              <a:pPr marL="0" marR="0" indent="0" algn="l" defTabSz="914400" rtl="0" eaLnBrk="0" fontAlgn="base" latinLnBrk="0" hangingPunct="0">
                <a:lnSpc>
                  <a:spcPct val="100000"/>
                </a:lnSpc>
                <a:spcBef>
                  <a:spcPct val="0"/>
                </a:spcBef>
                <a:spcAft>
                  <a:spcPct val="0"/>
                </a:spcAft>
                <a:buClrTx/>
                <a:buSzTx/>
                <a:buFontTx/>
                <a:buNone/>
                <a:tabLst/>
              </a:pPr>
              <a:r>
                <a:rPr lang="en-US" sz="1200" dirty="0" smtClean="0"/>
                <a:t>     </a:t>
              </a:r>
              <a:r>
                <a:rPr lang="en-US" sz="1100" dirty="0" smtClean="0"/>
                <a:t>Completed CIRCLE – radius</a:t>
              </a:r>
            </a:p>
            <a:p>
              <a:r>
                <a:rPr lang="en-US" sz="1100" dirty="0" smtClean="0"/>
                <a:t>     Completed CIRCLE – Cx position</a:t>
              </a:r>
            </a:p>
            <a:p>
              <a:r>
                <a:rPr kumimoji="0" lang="en-US" sz="1100" i="0" u="none" strike="noStrike" cap="none" normalizeH="0" baseline="0" dirty="0" smtClean="0">
                  <a:ln>
                    <a:noFill/>
                  </a:ln>
                  <a:effectLst/>
                  <a:latin typeface="Arial" charset="0"/>
                </a:rPr>
                <a:t>     </a:t>
              </a:r>
              <a:r>
                <a:rPr lang="en-US" sz="1100" dirty="0" smtClean="0"/>
                <a:t>Processing CIRCLE – Cy position</a:t>
              </a:r>
              <a:endParaRPr kumimoji="0" lang="en-US" sz="1100" i="0" u="none" strike="noStrike" cap="none" normalizeH="0" baseline="0" dirty="0" smtClean="0">
                <a:ln>
                  <a:noFill/>
                </a:ln>
                <a:effectLst/>
                <a:latin typeface="Arial" charset="0"/>
              </a:endParaRPr>
            </a:p>
          </p:txBody>
        </p:sp>
        <p:sp>
          <p:nvSpPr>
            <p:cNvPr id="43" name="Rounded Rectangle 42"/>
            <p:cNvSpPr/>
            <p:nvPr/>
          </p:nvSpPr>
          <p:spPr bwMode="auto">
            <a:xfrm>
              <a:off x="7620000" y="6059311"/>
              <a:ext cx="1066799" cy="341489"/>
            </a:xfrm>
            <a:prstGeom prst="roundRect">
              <a:avLst/>
            </a:prstGeom>
            <a:ln>
              <a:headEnd type="none" w="med" len="med"/>
              <a:tailEnd type="none" w="med" len="med"/>
            </a:ln>
          </p:spPr>
          <p:style>
            <a:lnRef idx="0">
              <a:schemeClr val="accent3"/>
            </a:lnRef>
            <a:fillRef idx="3">
              <a:schemeClr val="accent3"/>
            </a:fillRef>
            <a:effectRef idx="3">
              <a:schemeClr val="accent3"/>
            </a:effectRef>
            <a:fontRef idx="minor">
              <a:schemeClr val="lt1"/>
            </a:fontRef>
          </p:style>
          <p:txBody>
            <a:bodyPr vert="horz" wrap="square" lIns="91440" tIns="45720" rIns="91440" bIns="45720" numCol="1" rtlCol="0" anchor="ctr" anchorCtr="0" compatLnSpc="1">
              <a:prstTxWarp prst="textNoShape">
                <a:avLst/>
              </a:prstTxWarp>
            </a:bodyPr>
            <a:lstStyle/>
            <a:p>
              <a:pPr marR="0" indent="0" algn="ctr" eaLnBrk="0" fontAlgn="base" hangingPunct="0">
                <a:lnSpc>
                  <a:spcPct val="100000"/>
                </a:lnSpc>
                <a:spcBef>
                  <a:spcPct val="0"/>
                </a:spcBef>
                <a:spcAft>
                  <a:spcPct val="0"/>
                </a:spcAft>
                <a:buClrTx/>
                <a:buSzTx/>
                <a:buFontTx/>
                <a:buNone/>
                <a:tabLst/>
              </a:pPr>
              <a:r>
                <a:rPr lang="ja-JP" altLang="en-US" sz="1200" smtClean="0">
                  <a:solidFill>
                    <a:schemeClr val="bg1"/>
                  </a:solidFill>
                  <a:latin typeface="Arial" charset="0"/>
                </a:rPr>
                <a:t>閉じる</a:t>
              </a:r>
              <a:endParaRPr lang="en-US" sz="1200" dirty="0" smtClean="0">
                <a:solidFill>
                  <a:schemeClr val="bg1"/>
                </a:solidFill>
                <a:latin typeface="Arial" charset="0"/>
              </a:endParaRPr>
            </a:p>
          </p:txBody>
        </p:sp>
        <p:grpSp>
          <p:nvGrpSpPr>
            <p:cNvPr id="44" name="Group 43"/>
            <p:cNvGrpSpPr/>
            <p:nvPr/>
          </p:nvGrpSpPr>
          <p:grpSpPr>
            <a:xfrm>
              <a:off x="2593848" y="3200400"/>
              <a:ext cx="6092952" cy="304800"/>
              <a:chOff x="2724842" y="1676400"/>
              <a:chExt cx="5809558" cy="304800"/>
            </a:xfrm>
          </p:grpSpPr>
          <p:sp>
            <p:nvSpPr>
              <p:cNvPr id="45" name="Rectangle 44"/>
              <p:cNvSpPr/>
              <p:nvPr/>
            </p:nvSpPr>
            <p:spPr bwMode="auto">
              <a:xfrm>
                <a:off x="2724842" y="1676400"/>
                <a:ext cx="2031456" cy="30480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1200" i="0" u="none" strike="noStrike" cap="none" normalizeH="0" baseline="0" dirty="0" smtClean="0">
                    <a:ln>
                      <a:noFill/>
                    </a:ln>
                    <a:solidFill>
                      <a:schemeClr val="tx1"/>
                    </a:solidFill>
                    <a:effectLst/>
                    <a:latin typeface="Arial" charset="0"/>
                  </a:rPr>
                  <a:t>DWG_File_5.dwg</a:t>
                </a:r>
              </a:p>
            </p:txBody>
          </p:sp>
          <p:sp>
            <p:nvSpPr>
              <p:cNvPr id="46" name="Rectangle 45"/>
              <p:cNvSpPr/>
              <p:nvPr/>
            </p:nvSpPr>
            <p:spPr bwMode="auto">
              <a:xfrm>
                <a:off x="4756298" y="1676400"/>
                <a:ext cx="1219200" cy="30480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1200" dirty="0" smtClean="0"/>
              </a:p>
            </p:txBody>
          </p:sp>
          <p:sp>
            <p:nvSpPr>
              <p:cNvPr id="47" name="Rectangle 46"/>
              <p:cNvSpPr/>
              <p:nvPr/>
            </p:nvSpPr>
            <p:spPr bwMode="auto">
              <a:xfrm>
                <a:off x="5991447" y="1676400"/>
                <a:ext cx="1323754" cy="30480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defTabSz="914400" latinLnBrk="0">
                  <a:lnSpc>
                    <a:spcPct val="100000"/>
                  </a:lnSpc>
                  <a:buClrTx/>
                  <a:buSzTx/>
                  <a:buFontTx/>
                  <a:buNone/>
                  <a:tabLst/>
                </a:pPr>
                <a:endParaRPr lang="en-US" sz="1200" u="sng" dirty="0" smtClean="0">
                  <a:solidFill>
                    <a:srgbClr val="0000FF"/>
                  </a:solidFill>
                </a:endParaRPr>
              </a:p>
            </p:txBody>
          </p:sp>
          <p:sp>
            <p:nvSpPr>
              <p:cNvPr id="48" name="Rectangle 47"/>
              <p:cNvSpPr/>
              <p:nvPr/>
            </p:nvSpPr>
            <p:spPr bwMode="auto">
              <a:xfrm>
                <a:off x="7315200" y="1676400"/>
                <a:ext cx="1219200" cy="30480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200" b="0" i="0" u="sng" strike="noStrike" cap="none" normalizeH="0" baseline="0" dirty="0" smtClean="0">
                  <a:ln>
                    <a:noFill/>
                  </a:ln>
                  <a:solidFill>
                    <a:srgbClr val="0000FF"/>
                  </a:solidFill>
                  <a:effectLst/>
                  <a:latin typeface="Arial" charset="0"/>
                </a:endParaRPr>
              </a:p>
            </p:txBody>
          </p:sp>
        </p:grpSp>
        <p:sp>
          <p:nvSpPr>
            <p:cNvPr id="49" name="Rectangle 48"/>
            <p:cNvSpPr/>
            <p:nvPr/>
          </p:nvSpPr>
          <p:spPr bwMode="auto">
            <a:xfrm>
              <a:off x="2133600" y="1981200"/>
              <a:ext cx="457200" cy="30480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b="1" i="0" u="none" strike="noStrike" cap="none" normalizeH="0" baseline="0" dirty="0" smtClean="0">
                  <a:ln>
                    <a:noFill/>
                  </a:ln>
                  <a:solidFill>
                    <a:schemeClr val="tx1"/>
                  </a:solidFill>
                  <a:effectLst/>
                  <a:latin typeface="Arial" charset="0"/>
                </a:rPr>
                <a:t>√</a:t>
              </a:r>
            </a:p>
          </p:txBody>
        </p:sp>
        <p:sp>
          <p:nvSpPr>
            <p:cNvPr id="50" name="Rectangle 49"/>
            <p:cNvSpPr/>
            <p:nvPr/>
          </p:nvSpPr>
          <p:spPr bwMode="auto">
            <a:xfrm>
              <a:off x="2133600" y="2286000"/>
              <a:ext cx="457200" cy="30480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n-US" b="1" dirty="0" smtClean="0"/>
                <a:t>√</a:t>
              </a:r>
              <a:endParaRPr kumimoji="0" lang="en-US" sz="1800" b="0" i="0" u="none" strike="noStrike" cap="none" normalizeH="0" baseline="0" dirty="0" smtClean="0">
                <a:ln>
                  <a:noFill/>
                </a:ln>
                <a:solidFill>
                  <a:schemeClr val="tx1"/>
                </a:solidFill>
                <a:effectLst/>
                <a:latin typeface="Arial" charset="0"/>
              </a:endParaRPr>
            </a:p>
          </p:txBody>
        </p:sp>
        <p:sp>
          <p:nvSpPr>
            <p:cNvPr id="51" name="Rectangle 50"/>
            <p:cNvSpPr/>
            <p:nvPr/>
          </p:nvSpPr>
          <p:spPr bwMode="auto">
            <a:xfrm>
              <a:off x="2133600" y="2590800"/>
              <a:ext cx="457200" cy="30480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n-US" b="1" dirty="0" smtClean="0"/>
                <a:t>√</a:t>
              </a:r>
              <a:endParaRPr kumimoji="0" lang="en-US" sz="1800" b="0" i="0" u="none" strike="noStrike" cap="none" normalizeH="0" baseline="0" dirty="0" smtClean="0">
                <a:ln>
                  <a:noFill/>
                </a:ln>
                <a:solidFill>
                  <a:schemeClr val="tx1"/>
                </a:solidFill>
                <a:effectLst/>
                <a:latin typeface="Arial" charset="0"/>
              </a:endParaRPr>
            </a:p>
          </p:txBody>
        </p:sp>
        <p:sp>
          <p:nvSpPr>
            <p:cNvPr id="52" name="Rectangle 51"/>
            <p:cNvSpPr/>
            <p:nvPr/>
          </p:nvSpPr>
          <p:spPr bwMode="auto">
            <a:xfrm>
              <a:off x="2133600" y="2895600"/>
              <a:ext cx="457200" cy="30480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n-US" b="1" dirty="0" smtClean="0"/>
                <a:t>√</a:t>
              </a:r>
              <a:endParaRPr lang="en-US" dirty="0" smtClean="0"/>
            </a:p>
            <a:p>
              <a:pPr algn="ctr"/>
              <a:endParaRPr kumimoji="0" lang="en-US" sz="1800" b="0" i="0" u="none" strike="noStrike" cap="none" normalizeH="0" baseline="0" dirty="0" smtClean="0">
                <a:ln>
                  <a:noFill/>
                </a:ln>
                <a:solidFill>
                  <a:schemeClr val="tx1"/>
                </a:solidFill>
                <a:effectLst/>
                <a:latin typeface="Arial" charset="0"/>
              </a:endParaRPr>
            </a:p>
          </p:txBody>
        </p:sp>
        <p:sp>
          <p:nvSpPr>
            <p:cNvPr id="53" name="Rectangle 52"/>
            <p:cNvSpPr/>
            <p:nvPr/>
          </p:nvSpPr>
          <p:spPr bwMode="auto">
            <a:xfrm>
              <a:off x="2133600" y="3200400"/>
              <a:ext cx="457200" cy="30480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endParaRPr lang="en-US" dirty="0" smtClean="0"/>
            </a:p>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charset="0"/>
              </a:endParaRPr>
            </a:p>
          </p:txBody>
        </p:sp>
        <p:sp>
          <p:nvSpPr>
            <p:cNvPr id="54" name="Rectangle 53"/>
            <p:cNvSpPr/>
            <p:nvPr/>
          </p:nvSpPr>
          <p:spPr bwMode="auto">
            <a:xfrm>
              <a:off x="2133600" y="1676400"/>
              <a:ext cx="457200" cy="304800"/>
            </a:xfrm>
            <a:prstGeom prst="rect">
              <a:avLst/>
            </a:prstGeom>
            <a:solidFill>
              <a:srgbClr val="1368B5"/>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endParaRPr lang="en-US" sz="1200" b="1" smtClean="0">
                <a:solidFill>
                  <a:schemeClr val="bg1"/>
                </a:solidFill>
              </a:endParaRPr>
            </a:p>
          </p:txBody>
        </p:sp>
        <p:grpSp>
          <p:nvGrpSpPr>
            <p:cNvPr id="55" name="Group 54"/>
            <p:cNvGrpSpPr/>
            <p:nvPr/>
          </p:nvGrpSpPr>
          <p:grpSpPr>
            <a:xfrm>
              <a:off x="2593848" y="3505200"/>
              <a:ext cx="6092952" cy="304800"/>
              <a:chOff x="2724842" y="1676400"/>
              <a:chExt cx="5809558" cy="304800"/>
            </a:xfrm>
          </p:grpSpPr>
          <p:sp>
            <p:nvSpPr>
              <p:cNvPr id="56" name="Rectangle 55"/>
              <p:cNvSpPr/>
              <p:nvPr/>
            </p:nvSpPr>
            <p:spPr bwMode="auto">
              <a:xfrm>
                <a:off x="2724842" y="1676400"/>
                <a:ext cx="2031456" cy="30480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r>
                  <a:rPr kumimoji="0" lang="en-US" sz="1200" i="0" u="none" strike="noStrike" cap="none" normalizeH="0" baseline="0" dirty="0" smtClean="0">
                    <a:ln>
                      <a:noFill/>
                    </a:ln>
                    <a:solidFill>
                      <a:schemeClr val="tx1"/>
                    </a:solidFill>
                    <a:effectLst/>
                    <a:latin typeface="Arial" charset="0"/>
                  </a:rPr>
                  <a:t>DWG_File_6.dwg</a:t>
                </a:r>
              </a:p>
            </p:txBody>
          </p:sp>
          <p:sp>
            <p:nvSpPr>
              <p:cNvPr id="57" name="Rectangle 56"/>
              <p:cNvSpPr/>
              <p:nvPr/>
            </p:nvSpPr>
            <p:spPr bwMode="auto">
              <a:xfrm>
                <a:off x="4756298" y="1676400"/>
                <a:ext cx="1219200" cy="30480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r>
                  <a:rPr lang="en-US" sz="1200" dirty="0" smtClean="0"/>
                  <a:t>Waiting</a:t>
                </a:r>
              </a:p>
            </p:txBody>
          </p:sp>
          <p:sp>
            <p:nvSpPr>
              <p:cNvPr id="58" name="Rectangle 57"/>
              <p:cNvSpPr/>
              <p:nvPr/>
            </p:nvSpPr>
            <p:spPr bwMode="auto">
              <a:xfrm>
                <a:off x="5991447" y="1676400"/>
                <a:ext cx="1323754" cy="30480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defTabSz="914400" latinLnBrk="0">
                  <a:lnSpc>
                    <a:spcPct val="100000"/>
                  </a:lnSpc>
                  <a:buClrTx/>
                  <a:buSzTx/>
                  <a:buFontTx/>
                  <a:buNone/>
                  <a:tabLst/>
                </a:pPr>
                <a:endParaRPr lang="en-US" sz="1200" u="sng" dirty="0" smtClean="0">
                  <a:solidFill>
                    <a:srgbClr val="0000FF"/>
                  </a:solidFill>
                </a:endParaRPr>
              </a:p>
            </p:txBody>
          </p:sp>
          <p:sp>
            <p:nvSpPr>
              <p:cNvPr id="59" name="Rectangle 58"/>
              <p:cNvSpPr/>
              <p:nvPr/>
            </p:nvSpPr>
            <p:spPr bwMode="auto">
              <a:xfrm>
                <a:off x="7315200" y="1676400"/>
                <a:ext cx="1219200" cy="30480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0" fontAlgn="base" latinLnBrk="0" hangingPunct="0">
                  <a:lnSpc>
                    <a:spcPct val="100000"/>
                  </a:lnSpc>
                  <a:spcBef>
                    <a:spcPct val="0"/>
                  </a:spcBef>
                  <a:spcAft>
                    <a:spcPct val="0"/>
                  </a:spcAft>
                  <a:buClrTx/>
                  <a:buSzTx/>
                  <a:buFontTx/>
                  <a:buNone/>
                  <a:tabLst/>
                </a:pPr>
                <a:endParaRPr kumimoji="0" lang="en-US" sz="1200" b="0" i="0" u="sng" strike="noStrike" cap="none" normalizeH="0" baseline="0" dirty="0" smtClean="0">
                  <a:ln>
                    <a:noFill/>
                  </a:ln>
                  <a:solidFill>
                    <a:srgbClr val="0000FF"/>
                  </a:solidFill>
                  <a:effectLst/>
                  <a:latin typeface="Arial" charset="0"/>
                </a:endParaRPr>
              </a:p>
            </p:txBody>
          </p:sp>
        </p:grpSp>
        <p:sp>
          <p:nvSpPr>
            <p:cNvPr id="60" name="Rectangle 59"/>
            <p:cNvSpPr/>
            <p:nvPr/>
          </p:nvSpPr>
          <p:spPr bwMode="auto">
            <a:xfrm>
              <a:off x="2133600" y="3505200"/>
              <a:ext cx="457200" cy="304800"/>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n-US" b="1" dirty="0" smtClean="0"/>
                <a:t>√</a:t>
              </a:r>
              <a:endParaRPr lang="en-US" dirty="0" smtClean="0"/>
            </a:p>
            <a:p>
              <a:pPr marL="0" marR="0" indent="0" algn="ctr"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charset="0"/>
              </a:endParaRPr>
            </a:p>
          </p:txBody>
        </p:sp>
      </p:grpSp>
      <p:sp>
        <p:nvSpPr>
          <p:cNvPr id="62" name="Rectangle 61"/>
          <p:cNvSpPr/>
          <p:nvPr/>
        </p:nvSpPr>
        <p:spPr bwMode="auto">
          <a:xfrm>
            <a:off x="2895600" y="2368378"/>
            <a:ext cx="403654" cy="222422"/>
          </a:xfrm>
          <a:prstGeom prst="rect">
            <a:avLst/>
          </a:prstGeom>
          <a:solidFill>
            <a:schemeClr val="bg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n-US" b="1" dirty="0" smtClean="0"/>
              <a:t>√</a:t>
            </a:r>
            <a:endParaRPr kumimoji="0" lang="en-US" sz="1800" b="0" i="0" u="none" strike="noStrike" cap="none" normalizeH="0" baseline="0" dirty="0" smtClean="0">
              <a:ln>
                <a:noFill/>
              </a:ln>
              <a:solidFill>
                <a:schemeClr val="tx1"/>
              </a:solidFill>
              <a:effectLst/>
              <a:latin typeface="Arial" charset="0"/>
            </a:endParaRPr>
          </a:p>
        </p:txBody>
      </p:sp>
    </p:spTree>
    <p:extLst>
      <p:ext uri="{BB962C8B-B14F-4D97-AF65-F5344CB8AC3E}">
        <p14:creationId xmlns="" xmlns:p14="http://schemas.microsoft.com/office/powerpoint/2010/main" val="3765865988"/>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smtClean="0"/>
              <a:t>メイン</a:t>
            </a:r>
            <a:r>
              <a:rPr lang="en-US" dirty="0" smtClean="0"/>
              <a:t>UI</a:t>
            </a:r>
            <a:r>
              <a:rPr lang="ja-JP" altLang="en-US" smtClean="0"/>
              <a:t>の説明</a:t>
            </a:r>
            <a:endParaRPr lang="en-US" dirty="0"/>
          </a:p>
        </p:txBody>
      </p:sp>
      <p:sp>
        <p:nvSpPr>
          <p:cNvPr id="3" name="Content Placeholder 2"/>
          <p:cNvSpPr>
            <a:spLocks noGrp="1"/>
          </p:cNvSpPr>
          <p:nvPr>
            <p:ph idx="1"/>
          </p:nvPr>
        </p:nvSpPr>
        <p:spPr/>
        <p:txBody>
          <a:bodyPr>
            <a:normAutofit/>
          </a:bodyPr>
          <a:lstStyle/>
          <a:p>
            <a:pPr marL="342900" indent="-342900">
              <a:buFont typeface="+mj-lt"/>
              <a:buAutoNum type="arabicPeriod"/>
            </a:pPr>
            <a:r>
              <a:rPr lang="ja-JP" altLang="en-US" smtClean="0"/>
              <a:t>処理：「処理」メニューを選択すると、ファイル処理のページが表示されます。</a:t>
            </a:r>
          </a:p>
          <a:p>
            <a:pPr marL="342900" indent="-342900">
              <a:buFont typeface="+mj-lt"/>
              <a:buAutoNum type="arabicPeriod"/>
            </a:pPr>
            <a:r>
              <a:rPr lang="ja-JP" altLang="en-US" smtClean="0"/>
              <a:t>設定：入力フォルダ、出力フォルダ＆ログファイルフォルダを設定します。</a:t>
            </a:r>
          </a:p>
          <a:p>
            <a:pPr marL="342900" indent="-342900">
              <a:buFont typeface="+mj-lt"/>
              <a:buAutoNum type="arabicPeriod"/>
            </a:pPr>
            <a:r>
              <a:rPr lang="ja-JP" altLang="en-US" smtClean="0"/>
              <a:t>参照：図面ファイルを選択します。 選択したファイルは、設定で指定した「入力フォルダー」に配置されます。 これらのファイルは、下の画面に並べて表示されます。</a:t>
            </a:r>
          </a:p>
          <a:p>
            <a:pPr marL="342900" indent="-342900">
              <a:buFont typeface="+mj-lt"/>
              <a:buAutoNum type="arabicPeriod"/>
            </a:pPr>
            <a:r>
              <a:rPr lang="ja-JP" altLang="en-US" smtClean="0"/>
              <a:t>フォルダを開く：処理に必要なファイルを確認します。</a:t>
            </a:r>
          </a:p>
          <a:p>
            <a:pPr marL="342900" indent="-342900">
              <a:buFont typeface="+mj-lt"/>
              <a:buAutoNum type="arabicPeriod"/>
            </a:pPr>
            <a:r>
              <a:rPr lang="ja-JP" altLang="en-US" smtClean="0"/>
              <a:t>変換：選択したファイルは</a:t>
            </a:r>
            <a:r>
              <a:rPr lang="en-US" altLang="ja-JP" dirty="0" smtClean="0"/>
              <a:t>CXF</a:t>
            </a:r>
            <a:r>
              <a:rPr lang="ja-JP" altLang="en-US" smtClean="0"/>
              <a:t>形式に変換されます。 変換されたファイルとともに各ファイルの変換ステータスが表示されます。 エラーが発生した場合、エラーログを確認することができます。</a:t>
            </a:r>
            <a:endParaRPr lang="ja-JP" altLang="en-US" dirty="0" smtClean="0"/>
          </a:p>
        </p:txBody>
      </p:sp>
      <p:sp>
        <p:nvSpPr>
          <p:cNvPr id="4" name="Slide Number Placeholder 3"/>
          <p:cNvSpPr>
            <a:spLocks noGrp="1"/>
          </p:cNvSpPr>
          <p:nvPr>
            <p:ph type="sldNum" sz="quarter" idx="12"/>
          </p:nvPr>
        </p:nvSpPr>
        <p:spPr/>
        <p:txBody>
          <a:bodyPr/>
          <a:lstStyle/>
          <a:p>
            <a:fld id="{CA8D9AD5-F248-4919-864A-CFD76CC027D6}" type="slidenum">
              <a:rPr lang="en-US" smtClean="0"/>
              <a:pPr/>
              <a:t>7</a:t>
            </a:fld>
            <a:endParaRPr lang="en-US" dirty="0"/>
          </a:p>
        </p:txBody>
      </p:sp>
      <p:sp>
        <p:nvSpPr>
          <p:cNvPr id="5" name="Footer Placeholder 4"/>
          <p:cNvSpPr>
            <a:spLocks noGrp="1"/>
          </p:cNvSpPr>
          <p:nvPr>
            <p:ph type="ftr" sz="quarter" idx="11"/>
          </p:nvPr>
        </p:nvSpPr>
        <p:spPr/>
        <p:txBody>
          <a:bodyPr/>
          <a:lstStyle/>
          <a:p>
            <a:r>
              <a:rPr lang="en-US" smtClean="0"/>
              <a:t>Indocosmo Systems Pvt. Ltd. All Rights Reserved</a:t>
            </a:r>
            <a:endParaRPr lang="en-US" dirty="0"/>
          </a:p>
        </p:txBody>
      </p:sp>
    </p:spTree>
    <p:extLst>
      <p:ext uri="{BB962C8B-B14F-4D97-AF65-F5344CB8AC3E}">
        <p14:creationId xmlns="" xmlns:p14="http://schemas.microsoft.com/office/powerpoint/2010/main" val="1511145347"/>
      </p:ext>
    </p:extLst>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1120" y="2490216"/>
            <a:ext cx="9509760" cy="1014984"/>
          </a:xfrm>
        </p:spPr>
        <p:txBody>
          <a:bodyPr/>
          <a:lstStyle/>
          <a:p>
            <a:pPr algn="ctr"/>
            <a:r>
              <a:rPr lang="en-US" dirty="0" smtClean="0"/>
              <a:t>Thank You All</a:t>
            </a:r>
            <a:endParaRPr lang="en-US" dirty="0"/>
          </a:p>
        </p:txBody>
      </p:sp>
      <p:sp>
        <p:nvSpPr>
          <p:cNvPr id="4" name="Footer Placeholder 3"/>
          <p:cNvSpPr>
            <a:spLocks noGrp="1"/>
          </p:cNvSpPr>
          <p:nvPr>
            <p:ph type="ftr" sz="quarter" idx="11"/>
          </p:nvPr>
        </p:nvSpPr>
        <p:spPr/>
        <p:txBody>
          <a:bodyPr/>
          <a:lstStyle/>
          <a:p>
            <a:r>
              <a:rPr lang="en-US" smtClean="0"/>
              <a:t>Indocosmo Systems Pvt. Ltd. All Rights Reserved</a:t>
            </a:r>
            <a:endParaRPr lang="en-US" dirty="0"/>
          </a:p>
        </p:txBody>
      </p:sp>
      <p:sp>
        <p:nvSpPr>
          <p:cNvPr id="5" name="Slide Number Placeholder 4"/>
          <p:cNvSpPr>
            <a:spLocks noGrp="1"/>
          </p:cNvSpPr>
          <p:nvPr>
            <p:ph type="sldNum" sz="quarter" idx="12"/>
          </p:nvPr>
        </p:nvSpPr>
        <p:spPr/>
        <p:txBody>
          <a:bodyPr/>
          <a:lstStyle/>
          <a:p>
            <a:fld id="{CA8D9AD5-F248-4919-864A-CFD76CC027D6}" type="slidenum">
              <a:rPr lang="en-US" smtClean="0"/>
              <a:pPr/>
              <a:t>8</a:t>
            </a:fld>
            <a:endParaRPr lang="en-US" dirty="0"/>
          </a:p>
        </p:txBody>
      </p:sp>
    </p:spTree>
  </p:cSld>
  <p:clrMapOvr>
    <a:masterClrMapping/>
  </p:clrMapOvr>
  <mc:AlternateContent xmlns:mc="http://schemas.openxmlformats.org/markup-compatibility/2006">
    <mc:Choice xmlns="" xmlns:p14="http://schemas.microsoft.com/office/powerpoint/2010/main" Requires="p14">
      <p:transition spd="med" p14:dur="700">
        <p:fade/>
      </p:transition>
    </mc:Choice>
    <mc:Fallback>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prototype-presentation">
  <a:themeElements>
    <a:clrScheme name="Banded_Design_Blue">
      <a:dk1>
        <a:srgbClr val="404040"/>
      </a:dk1>
      <a:lt1>
        <a:sysClr val="window" lastClr="FFFFFF"/>
      </a:lt1>
      <a:dk2>
        <a:srgbClr val="263050"/>
      </a:dk2>
      <a:lt2>
        <a:srgbClr val="E5E8E8"/>
      </a:lt2>
      <a:accent1>
        <a:srgbClr val="77B142"/>
      </a:accent1>
      <a:accent2>
        <a:srgbClr val="E3C01E"/>
      </a:accent2>
      <a:accent3>
        <a:srgbClr val="0070C0"/>
      </a:accent3>
      <a:accent4>
        <a:srgbClr val="7556A4"/>
      </a:accent4>
      <a:accent5>
        <a:srgbClr val="F08F1E"/>
      </a:accent5>
      <a:accent6>
        <a:srgbClr val="CB3E3A"/>
      </a:accent6>
      <a:hlink>
        <a:srgbClr val="0070C0"/>
      </a:hlink>
      <a:folHlink>
        <a:srgbClr val="7556A4"/>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a:gsLst>
            <a:gs pos="0">
              <a:schemeClr val="phClr">
                <a:lumMod val="0"/>
                <a:lumOff val="100000"/>
              </a:schemeClr>
            </a:gs>
            <a:gs pos="72000">
              <a:schemeClr val="phClr"/>
            </a:gs>
            <a:gs pos="100000">
              <a:schemeClr val="phClr">
                <a:lumMod val="90000"/>
              </a:schemeClr>
            </a:gs>
          </a:gsLst>
          <a:lin ang="5400000" scaled="1"/>
        </a:gradFill>
        <a:gradFill flip="none" rotWithShape="1">
          <a:gsLst>
            <a:gs pos="32000">
              <a:schemeClr val="phClr"/>
            </a:gs>
            <a:gs pos="100000">
              <a:schemeClr val="phClr">
                <a:lumMod val="75000"/>
              </a:schemeClr>
            </a:gs>
          </a:gsLst>
          <a:path path="circle">
            <a:fillToRect l="50000" t="50000" r="50000" b="50000"/>
          </a:path>
          <a:tileRect/>
        </a:gradFill>
      </a:bgFillStyleLst>
    </a:fmtScheme>
  </a:themeElements>
  <a:objectDefaults/>
  <a:extraClrSchemeLst/>
  <a:extLst>
    <a:ext uri="{05A4C25C-085E-4340-85A3-A5531E510DB2}">
      <thm15:themeFamily xmlns="" xmlns:thm15="http://schemas.microsoft.com/office/thememl/2012/main" name="TF03417271.potx" id="{FAD70E18-2F21-4BAE-983F-13051C6D1C17}" vid="{4B4DF9DC-15EC-4671-A52A-56A08B977F11}"/>
    </a:ext>
  </a:extLst>
</a:theme>
</file>

<file path=ppt/theme/theme2.xml><?xml version="1.0" encoding="utf-8"?>
<a:theme xmlns:a="http://schemas.openxmlformats.org/drawingml/2006/main" name="Office Theme">
  <a:themeElements>
    <a:clrScheme name="Banded_Design_Teal">
      <a:dk1>
        <a:srgbClr val="363D3D"/>
      </a:dk1>
      <a:lt1>
        <a:sysClr val="window" lastClr="FFFFFF"/>
      </a:lt1>
      <a:dk2>
        <a:srgbClr val="000000"/>
      </a:dk2>
      <a:lt2>
        <a:srgbClr val="E5E8E8"/>
      </a:lt2>
      <a:accent1>
        <a:srgbClr val="3AAFB2"/>
      </a:accent1>
      <a:accent2>
        <a:srgbClr val="6ABD45"/>
      </a:accent2>
      <a:accent3>
        <a:srgbClr val="EBCA21"/>
      </a:accent3>
      <a:accent4>
        <a:srgbClr val="EB8D21"/>
      </a:accent4>
      <a:accent5>
        <a:srgbClr val="EB5638"/>
      </a:accent5>
      <a:accent6>
        <a:srgbClr val="5172B1"/>
      </a:accent6>
      <a:hlink>
        <a:srgbClr val="3A9CDB"/>
      </a:hlink>
      <a:folHlink>
        <a:srgbClr val="5172B1"/>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Banded_Design_Teal">
      <a:dk1>
        <a:srgbClr val="363D3D"/>
      </a:dk1>
      <a:lt1>
        <a:sysClr val="window" lastClr="FFFFFF"/>
      </a:lt1>
      <a:dk2>
        <a:srgbClr val="000000"/>
      </a:dk2>
      <a:lt2>
        <a:srgbClr val="E5E8E8"/>
      </a:lt2>
      <a:accent1>
        <a:srgbClr val="3AAFB2"/>
      </a:accent1>
      <a:accent2>
        <a:srgbClr val="6ABD45"/>
      </a:accent2>
      <a:accent3>
        <a:srgbClr val="EBCA21"/>
      </a:accent3>
      <a:accent4>
        <a:srgbClr val="EB8D21"/>
      </a:accent4>
      <a:accent5>
        <a:srgbClr val="EB5638"/>
      </a:accent5>
      <a:accent6>
        <a:srgbClr val="5172B1"/>
      </a:accent6>
      <a:hlink>
        <a:srgbClr val="3A9CDB"/>
      </a:hlink>
      <a:folHlink>
        <a:srgbClr val="5172B1"/>
      </a:folHlink>
    </a:clrScheme>
    <a:fontScheme name="Module">
      <a:maj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57000"/>
                <a:satMod val="101000"/>
              </a:schemeClr>
            </a:gs>
            <a:gs pos="50000">
              <a:schemeClr val="phClr">
                <a:lumMod val="137000"/>
                <a:satMod val="103000"/>
              </a:schemeClr>
            </a:gs>
            <a:gs pos="100000">
              <a:schemeClr val="phClr">
                <a:lumMod val="115000"/>
                <a:satMod val="109000"/>
              </a:schemeClr>
            </a:gs>
          </a:gsLst>
          <a:lin ang="5400000" scaled="0"/>
        </a:gradFill>
        <a:gradFill rotWithShape="1">
          <a:gsLst>
            <a:gs pos="0">
              <a:schemeClr val="phClr">
                <a:satMod val="103000"/>
                <a:lumMod val="118000"/>
              </a:schemeClr>
            </a:gs>
            <a:gs pos="50000">
              <a:schemeClr val="phClr">
                <a:satMod val="89000"/>
                <a:lumMod val="91000"/>
              </a:schemeClr>
            </a:gs>
            <a:gs pos="100000">
              <a:schemeClr val="phClr">
                <a:lumMod val="6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100000"/>
                <a:satMod val="100000"/>
                <a:shade val="0"/>
              </a:schemeClr>
            </a:gs>
            <a:gs pos="0">
              <a:scrgbClr r="0" g="0" b="0"/>
            </a:gs>
            <a:gs pos="100000">
              <a:schemeClr val="phClr">
                <a:shade val="100000"/>
                <a:satMod val="100000"/>
              </a:schemeClr>
            </a:gs>
          </a:gsLst>
          <a:lin ang="5400000" scaled="0"/>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prototype-presentation</Template>
  <TotalTime>251</TotalTime>
  <Words>849</Words>
  <Application>Microsoft Office PowerPoint</Application>
  <PresentationFormat>Custom</PresentationFormat>
  <Paragraphs>100</Paragraphs>
  <Slides>8</Slides>
  <Notes>2</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prototype-presentation</vt:lpstr>
      <vt:lpstr>Prototype Presentation</vt:lpstr>
      <vt:lpstr>C-Works CXF</vt:lpstr>
      <vt:lpstr>アプリケーションの概要</vt:lpstr>
      <vt:lpstr>プロセスフロー</vt:lpstr>
      <vt:lpstr>システム設定画面</vt:lpstr>
      <vt:lpstr>メイン 画面</vt:lpstr>
      <vt:lpstr>メインUIの説明</vt:lpstr>
      <vt:lpstr>Thank You All</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Prototype Presentation</dc:title>
  <dc:creator>Suresh</dc:creator>
  <cp:lastModifiedBy>Suresh</cp:lastModifiedBy>
  <cp:revision>90</cp:revision>
  <dcterms:created xsi:type="dcterms:W3CDTF">2017-11-01T13:15:46Z</dcterms:created>
  <dcterms:modified xsi:type="dcterms:W3CDTF">2017-11-08T11:38:29Z</dcterms:modified>
</cp:coreProperties>
</file>
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handoutMasterIdLst>
    <p:handoutMasterId r:id="rId24"/>
  </p:handoutMasterIdLst>
  <p:sldIdLst>
    <p:sldId id="265" r:id="rId2"/>
    <p:sldId id="274" r:id="rId3"/>
    <p:sldId id="302" r:id="rId4"/>
    <p:sldId id="289" r:id="rId5"/>
    <p:sldId id="304" r:id="rId6"/>
    <p:sldId id="290" r:id="rId7"/>
    <p:sldId id="292" r:id="rId8"/>
    <p:sldId id="294" r:id="rId9"/>
    <p:sldId id="303" r:id="rId10"/>
    <p:sldId id="298" r:id="rId11"/>
    <p:sldId id="305" r:id="rId12"/>
    <p:sldId id="306" r:id="rId13"/>
    <p:sldId id="308" r:id="rId14"/>
    <p:sldId id="309" r:id="rId15"/>
    <p:sldId id="310" r:id="rId16"/>
    <p:sldId id="280" r:id="rId17"/>
    <p:sldId id="311" r:id="rId18"/>
    <p:sldId id="284" r:id="rId19"/>
    <p:sldId id="312" r:id="rId20"/>
    <p:sldId id="301" r:id="rId21"/>
    <p:sldId id="30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pos="6816" userDrawn="1">
          <p15:clr>
            <a:srgbClr val="A4A3A4"/>
          </p15:clr>
        </p15:guide>
        <p15:guide id="3" pos="816" userDrawn="1">
          <p15:clr>
            <a:srgbClr val="A4A3A4"/>
          </p15:clr>
        </p15:guide>
        <p15:guide id="4" orient="horz" pos="216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8" clrIdx="1"/>
  <p:cmAuthor id="3" name="Mathew K S." initials="MKS" lastIdx="5" clrIdx="2">
    <p:extLst>
      <p:ext uri="{19B8F6BF-5375-455C-9EA6-DF929625EA0E}">
        <p15:presenceInfo xmlns:p15="http://schemas.microsoft.com/office/powerpoint/2012/main" userId="S-1-5-21-4221838657-1599251450-101458134-37447" providerId="AD"/>
      </p:ext>
    </p:extLst>
  </p:cmAuthor>
  <p:cmAuthor id="4" name="MASTER" initials="M" lastIdx="3"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93D81CF-94F2-401A-BA57-92F5A7B2D0C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1336" autoAdjust="0"/>
  </p:normalViewPr>
  <p:slideViewPr>
    <p:cSldViewPr>
      <p:cViewPr varScale="1">
        <p:scale>
          <a:sx n="84" d="100"/>
          <a:sy n="84" d="100"/>
        </p:scale>
        <p:origin x="534" y="48"/>
      </p:cViewPr>
      <p:guideLst>
        <p:guide pos="3840"/>
        <p:guide pos="6816"/>
        <p:guide pos="816"/>
        <p:guide orient="horz" pos="2160"/>
      </p:guideLst>
    </p:cSldViewPr>
  </p:slideViewPr>
  <p:notesTextViewPr>
    <p:cViewPr>
      <p:scale>
        <a:sx n="1" d="1"/>
        <a:sy n="1" d="1"/>
      </p:scale>
      <p:origin x="0" y="0"/>
    </p:cViewPr>
  </p:notesTextViewPr>
  <p:notesViewPr>
    <p:cSldViewPr>
      <p:cViewPr varScale="1">
        <p:scale>
          <a:sx n="95" d="100"/>
          <a:sy n="95" d="100"/>
        </p:scale>
        <p:origin x="3576"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8502359-E29E-4A2D-ACAC-4DCAC351BAD4}" type="doc">
      <dgm:prSet loTypeId="urn:microsoft.com/office/officeart/2005/8/layout/hierarchy2" loCatId="hierarchy" qsTypeId="urn:microsoft.com/office/officeart/2005/8/quickstyle/simple1" qsCatId="simple" csTypeId="urn:microsoft.com/office/officeart/2005/8/colors/accent0_3" csCatId="mainScheme" phldr="1"/>
      <dgm:spPr/>
      <dgm:t>
        <a:bodyPr/>
        <a:lstStyle/>
        <a:p>
          <a:endParaRPr lang="en-US"/>
        </a:p>
      </dgm:t>
    </dgm:pt>
    <dgm:pt modelId="{1AE76108-91FB-44D8-8A89-B8E208F7E5CA}">
      <dgm:prSet phldrT="[Text]" custT="1"/>
      <dgm:spPr/>
      <dgm:t>
        <a:bodyPr/>
        <a:lstStyle/>
        <a:p>
          <a:r>
            <a:rPr lang="en-US" sz="2200" dirty="0" smtClean="0"/>
            <a:t>Mohandas P M</a:t>
          </a:r>
        </a:p>
        <a:p>
          <a:r>
            <a:rPr lang="en-US" sz="2200" dirty="0" smtClean="0"/>
            <a:t>Project Manager</a:t>
          </a:r>
          <a:endParaRPr lang="en-US" sz="2200" dirty="0"/>
        </a:p>
      </dgm:t>
    </dgm:pt>
    <dgm:pt modelId="{FB6FE0FF-6322-4547-93AB-8311BC623C08}" type="parTrans" cxnId="{14EE8AC3-0110-4526-90CC-06B68394D9E2}">
      <dgm:prSet/>
      <dgm:spPr/>
      <dgm:t>
        <a:bodyPr/>
        <a:lstStyle/>
        <a:p>
          <a:endParaRPr lang="en-US" sz="2200"/>
        </a:p>
      </dgm:t>
    </dgm:pt>
    <dgm:pt modelId="{0D0D4CAD-4648-4F86-96D2-249E348C9951}" type="sibTrans" cxnId="{14EE8AC3-0110-4526-90CC-06B68394D9E2}">
      <dgm:prSet/>
      <dgm:spPr/>
      <dgm:t>
        <a:bodyPr/>
        <a:lstStyle/>
        <a:p>
          <a:endParaRPr lang="en-US" sz="2200"/>
        </a:p>
      </dgm:t>
    </dgm:pt>
    <dgm:pt modelId="{292949A4-AA05-4E18-B3F5-1798B9517995}">
      <dgm:prSet phldrT="[Text]" custT="1"/>
      <dgm:spPr/>
      <dgm:t>
        <a:bodyPr/>
        <a:lstStyle/>
        <a:p>
          <a:r>
            <a:rPr lang="en-US" sz="2200" dirty="0" smtClean="0"/>
            <a:t>Suresh S</a:t>
          </a:r>
        </a:p>
        <a:p>
          <a:r>
            <a:rPr lang="en-US" sz="2200" dirty="0" smtClean="0"/>
            <a:t>Project Leader</a:t>
          </a:r>
          <a:endParaRPr lang="en-US" sz="2200" dirty="0"/>
        </a:p>
      </dgm:t>
    </dgm:pt>
    <dgm:pt modelId="{480A263B-CD14-423A-A0E1-102EAB428708}" type="parTrans" cxnId="{96B205B4-5F7B-470F-9F70-6B6E2AA23B87}">
      <dgm:prSet/>
      <dgm:spPr/>
      <dgm:t>
        <a:bodyPr/>
        <a:lstStyle/>
        <a:p>
          <a:endParaRPr lang="en-US" sz="2200"/>
        </a:p>
      </dgm:t>
    </dgm:pt>
    <dgm:pt modelId="{95DB1844-9FB2-42CD-B947-48E4C21612F4}" type="sibTrans" cxnId="{96B205B4-5F7B-470F-9F70-6B6E2AA23B87}">
      <dgm:prSet/>
      <dgm:spPr/>
      <dgm:t>
        <a:bodyPr/>
        <a:lstStyle/>
        <a:p>
          <a:endParaRPr lang="en-US" sz="2200"/>
        </a:p>
      </dgm:t>
    </dgm:pt>
    <dgm:pt modelId="{0ACBA0E5-BBCD-43D7-A3BC-FC0CF9D01C8A}">
      <dgm:prSet phldrT="[Text]" custT="1"/>
      <dgm:spPr/>
      <dgm:t>
        <a:bodyPr/>
        <a:lstStyle/>
        <a:p>
          <a:r>
            <a:rPr lang="en-US" sz="2200" dirty="0" err="1" smtClean="0"/>
            <a:t>Suraj</a:t>
          </a:r>
          <a:r>
            <a:rPr lang="en-US" sz="2200" dirty="0" smtClean="0"/>
            <a:t> P</a:t>
          </a:r>
        </a:p>
        <a:p>
          <a:r>
            <a:rPr lang="en-US" sz="2200" dirty="0" smtClean="0"/>
            <a:t>Senior Developer</a:t>
          </a:r>
          <a:endParaRPr lang="en-US" sz="2200" dirty="0"/>
        </a:p>
      </dgm:t>
    </dgm:pt>
    <dgm:pt modelId="{C6B0EF2E-D0FA-4A1B-8E00-868CCDF8158E}" type="parTrans" cxnId="{6581C4F9-789D-48A7-9428-0E021B2DC4A2}">
      <dgm:prSet/>
      <dgm:spPr/>
      <dgm:t>
        <a:bodyPr/>
        <a:lstStyle/>
        <a:p>
          <a:endParaRPr lang="en-US" sz="2200"/>
        </a:p>
      </dgm:t>
    </dgm:pt>
    <dgm:pt modelId="{D230325B-7A0E-4212-8386-DF558C1F2B2A}" type="sibTrans" cxnId="{6581C4F9-789D-48A7-9428-0E021B2DC4A2}">
      <dgm:prSet/>
      <dgm:spPr/>
      <dgm:t>
        <a:bodyPr/>
        <a:lstStyle/>
        <a:p>
          <a:endParaRPr lang="en-US" sz="2200"/>
        </a:p>
      </dgm:t>
    </dgm:pt>
    <dgm:pt modelId="{5FDCA85D-1C67-44A6-9071-13A348508795}">
      <dgm:prSet phldrT="[Text]" custT="1"/>
      <dgm:spPr/>
      <dgm:t>
        <a:bodyPr/>
        <a:lstStyle/>
        <a:p>
          <a:r>
            <a:rPr lang="en-US" sz="2200" dirty="0" err="1" smtClean="0"/>
            <a:t>Masa</a:t>
          </a:r>
          <a:r>
            <a:rPr lang="en-US" sz="2200" dirty="0" smtClean="0"/>
            <a:t> Yuki Communicative Person</a:t>
          </a:r>
          <a:endParaRPr lang="en-US" sz="2200" dirty="0"/>
        </a:p>
      </dgm:t>
    </dgm:pt>
    <dgm:pt modelId="{03FDE31C-AA0C-4FFD-88F3-B8C60C7688B2}" type="parTrans" cxnId="{271D1B83-8B39-409B-9021-75223A00D6D6}">
      <dgm:prSet/>
      <dgm:spPr/>
      <dgm:t>
        <a:bodyPr/>
        <a:lstStyle/>
        <a:p>
          <a:endParaRPr lang="en-US" sz="2200"/>
        </a:p>
      </dgm:t>
    </dgm:pt>
    <dgm:pt modelId="{FE1A6629-9F0A-4947-827E-686E8B12F027}" type="sibTrans" cxnId="{271D1B83-8B39-409B-9021-75223A00D6D6}">
      <dgm:prSet/>
      <dgm:spPr/>
      <dgm:t>
        <a:bodyPr/>
        <a:lstStyle/>
        <a:p>
          <a:endParaRPr lang="en-US" sz="2200"/>
        </a:p>
      </dgm:t>
    </dgm:pt>
    <dgm:pt modelId="{F23C4017-A5C1-4C56-A347-6B4C620DC841}">
      <dgm:prSet phldrT="[Text]" custT="1"/>
      <dgm:spPr/>
      <dgm:t>
        <a:bodyPr/>
        <a:lstStyle/>
        <a:p>
          <a:r>
            <a:rPr lang="en-US" sz="2200" dirty="0" smtClean="0"/>
            <a:t>Suresh S</a:t>
          </a:r>
        </a:p>
        <a:p>
          <a:r>
            <a:rPr lang="en-US" sz="2200" dirty="0" smtClean="0"/>
            <a:t>Senior Developer</a:t>
          </a:r>
          <a:endParaRPr lang="en-US" sz="2200" dirty="0"/>
        </a:p>
      </dgm:t>
    </dgm:pt>
    <dgm:pt modelId="{1DFDF46D-51FC-4BCB-95BF-F9392E19FAC6}" type="parTrans" cxnId="{9D72BFA5-BBA0-4DAC-92CD-42F532049F4F}">
      <dgm:prSet/>
      <dgm:spPr/>
      <dgm:t>
        <a:bodyPr/>
        <a:lstStyle/>
        <a:p>
          <a:endParaRPr lang="en-US"/>
        </a:p>
      </dgm:t>
    </dgm:pt>
    <dgm:pt modelId="{60AE6F54-41D7-4537-B511-CC41A072B3FF}" type="sibTrans" cxnId="{9D72BFA5-BBA0-4DAC-92CD-42F532049F4F}">
      <dgm:prSet/>
      <dgm:spPr/>
      <dgm:t>
        <a:bodyPr/>
        <a:lstStyle/>
        <a:p>
          <a:endParaRPr lang="en-US"/>
        </a:p>
      </dgm:t>
    </dgm:pt>
    <dgm:pt modelId="{543F35D0-9B28-4551-8181-CAEF59CA24A0}">
      <dgm:prSet phldrT="[Text]" custT="1"/>
      <dgm:spPr/>
      <dgm:t>
        <a:bodyPr/>
        <a:lstStyle/>
        <a:p>
          <a:r>
            <a:rPr lang="en-US" sz="2200" smtClean="0"/>
            <a:t>George Elias</a:t>
          </a:r>
          <a:r>
            <a:rPr lang="en-US" sz="2200" dirty="0" smtClean="0"/>
            <a:t/>
          </a:r>
          <a:br>
            <a:rPr lang="en-US" sz="2200" dirty="0" smtClean="0"/>
          </a:br>
          <a:r>
            <a:rPr lang="en-US" sz="2200" dirty="0" smtClean="0"/>
            <a:t>QC Manager</a:t>
          </a:r>
          <a:endParaRPr lang="en-US" sz="2200" dirty="0"/>
        </a:p>
      </dgm:t>
    </dgm:pt>
    <dgm:pt modelId="{14F7275D-CA1B-42D5-BF06-DC7460996023}" type="parTrans" cxnId="{218D1824-A71F-46CB-9C81-12F1E1E6FD61}">
      <dgm:prSet/>
      <dgm:spPr/>
      <dgm:t>
        <a:bodyPr/>
        <a:lstStyle/>
        <a:p>
          <a:endParaRPr lang="en-US"/>
        </a:p>
      </dgm:t>
    </dgm:pt>
    <dgm:pt modelId="{7575D659-CB82-49E4-B9C8-DB8A8378212A}" type="sibTrans" cxnId="{218D1824-A71F-46CB-9C81-12F1E1E6FD61}">
      <dgm:prSet/>
      <dgm:spPr/>
      <dgm:t>
        <a:bodyPr/>
        <a:lstStyle/>
        <a:p>
          <a:endParaRPr lang="en-US"/>
        </a:p>
      </dgm:t>
    </dgm:pt>
    <dgm:pt modelId="{25A954E3-228C-4E94-81E0-C6454EB522AF}">
      <dgm:prSet phldrT="[Text]" custT="1"/>
      <dgm:spPr/>
      <dgm:t>
        <a:bodyPr/>
        <a:lstStyle/>
        <a:p>
          <a:r>
            <a:rPr lang="en-US" sz="2200" dirty="0" smtClean="0"/>
            <a:t>Priska</a:t>
          </a:r>
          <a:br>
            <a:rPr lang="en-US" sz="2200" dirty="0" smtClean="0"/>
          </a:br>
          <a:r>
            <a:rPr lang="en-US" sz="2200" dirty="0" smtClean="0"/>
            <a:t>Tester</a:t>
          </a:r>
          <a:endParaRPr lang="en-US" sz="2200" dirty="0"/>
        </a:p>
      </dgm:t>
    </dgm:pt>
    <dgm:pt modelId="{A6FB8192-457D-455B-9776-9407E7584FB5}" type="parTrans" cxnId="{2B81DFA2-F275-4402-A95B-D2655B726642}">
      <dgm:prSet/>
      <dgm:spPr/>
      <dgm:t>
        <a:bodyPr/>
        <a:lstStyle/>
        <a:p>
          <a:endParaRPr lang="en-US"/>
        </a:p>
      </dgm:t>
    </dgm:pt>
    <dgm:pt modelId="{D957CD34-2A62-4DBA-B2A4-ACE5790DCD1E}" type="sibTrans" cxnId="{2B81DFA2-F275-4402-A95B-D2655B726642}">
      <dgm:prSet/>
      <dgm:spPr/>
      <dgm:t>
        <a:bodyPr/>
        <a:lstStyle/>
        <a:p>
          <a:endParaRPr lang="en-US"/>
        </a:p>
      </dgm:t>
    </dgm:pt>
    <dgm:pt modelId="{4ED53732-3811-40A5-AA40-036D0080E2E6}" type="pres">
      <dgm:prSet presAssocID="{78502359-E29E-4A2D-ACAC-4DCAC351BAD4}" presName="diagram" presStyleCnt="0">
        <dgm:presLayoutVars>
          <dgm:chPref val="1"/>
          <dgm:dir/>
          <dgm:animOne val="branch"/>
          <dgm:animLvl val="lvl"/>
          <dgm:resizeHandles val="exact"/>
        </dgm:presLayoutVars>
      </dgm:prSet>
      <dgm:spPr/>
      <dgm:t>
        <a:bodyPr/>
        <a:lstStyle/>
        <a:p>
          <a:endParaRPr lang="en-US"/>
        </a:p>
      </dgm:t>
    </dgm:pt>
    <dgm:pt modelId="{66599CB7-37A8-450B-94A9-3DCBA1169B13}" type="pres">
      <dgm:prSet presAssocID="{1AE76108-91FB-44D8-8A89-B8E208F7E5CA}" presName="root1" presStyleCnt="0"/>
      <dgm:spPr/>
    </dgm:pt>
    <dgm:pt modelId="{B70911DB-5EA8-4DCC-B136-894C8511BD3F}" type="pres">
      <dgm:prSet presAssocID="{1AE76108-91FB-44D8-8A89-B8E208F7E5CA}" presName="LevelOneTextNode" presStyleLbl="node0" presStyleIdx="0" presStyleCnt="2" custLinFactNeighborX="954" custLinFactNeighborY="-66121">
        <dgm:presLayoutVars>
          <dgm:chPref val="3"/>
        </dgm:presLayoutVars>
      </dgm:prSet>
      <dgm:spPr/>
      <dgm:t>
        <a:bodyPr/>
        <a:lstStyle/>
        <a:p>
          <a:endParaRPr lang="en-US"/>
        </a:p>
      </dgm:t>
    </dgm:pt>
    <dgm:pt modelId="{5D4FA36F-7A04-469C-8592-3598445682F6}" type="pres">
      <dgm:prSet presAssocID="{1AE76108-91FB-44D8-8A89-B8E208F7E5CA}" presName="level2hierChild" presStyleCnt="0"/>
      <dgm:spPr/>
    </dgm:pt>
    <dgm:pt modelId="{7EA05D67-9F6A-4142-A1FE-AF793B7155C5}" type="pres">
      <dgm:prSet presAssocID="{480A263B-CD14-423A-A0E1-102EAB428708}" presName="conn2-1" presStyleLbl="parChTrans1D2" presStyleIdx="0" presStyleCnt="2"/>
      <dgm:spPr/>
      <dgm:t>
        <a:bodyPr/>
        <a:lstStyle/>
        <a:p>
          <a:endParaRPr lang="en-US"/>
        </a:p>
      </dgm:t>
    </dgm:pt>
    <dgm:pt modelId="{B8362F1F-B9E9-4A92-A62D-650D7E2500E5}" type="pres">
      <dgm:prSet presAssocID="{480A263B-CD14-423A-A0E1-102EAB428708}" presName="connTx" presStyleLbl="parChTrans1D2" presStyleIdx="0" presStyleCnt="2"/>
      <dgm:spPr/>
      <dgm:t>
        <a:bodyPr/>
        <a:lstStyle/>
        <a:p>
          <a:endParaRPr lang="en-US"/>
        </a:p>
      </dgm:t>
    </dgm:pt>
    <dgm:pt modelId="{F9B2E71E-C530-41D3-8FAC-41D902CE471C}" type="pres">
      <dgm:prSet presAssocID="{292949A4-AA05-4E18-B3F5-1798B9517995}" presName="root2" presStyleCnt="0"/>
      <dgm:spPr/>
    </dgm:pt>
    <dgm:pt modelId="{D7CBB230-4FCC-4B4E-91FD-8169B5CD7C7D}" type="pres">
      <dgm:prSet presAssocID="{292949A4-AA05-4E18-B3F5-1798B9517995}" presName="LevelTwoTextNode" presStyleLbl="node2" presStyleIdx="0" presStyleCnt="2" custLinFactNeighborX="1214" custLinFactNeighborY="-66121">
        <dgm:presLayoutVars>
          <dgm:chPref val="3"/>
        </dgm:presLayoutVars>
      </dgm:prSet>
      <dgm:spPr/>
      <dgm:t>
        <a:bodyPr/>
        <a:lstStyle/>
        <a:p>
          <a:endParaRPr lang="en-US"/>
        </a:p>
      </dgm:t>
    </dgm:pt>
    <dgm:pt modelId="{580C0974-A890-4E6C-B962-BEDCCBC6EAAF}" type="pres">
      <dgm:prSet presAssocID="{292949A4-AA05-4E18-B3F5-1798B9517995}" presName="level3hierChild" presStyleCnt="0"/>
      <dgm:spPr/>
    </dgm:pt>
    <dgm:pt modelId="{BAF43D86-6EB1-4466-9858-C792F173179C}" type="pres">
      <dgm:prSet presAssocID="{C6B0EF2E-D0FA-4A1B-8E00-868CCDF8158E}" presName="conn2-1" presStyleLbl="parChTrans1D3" presStyleIdx="0" presStyleCnt="3"/>
      <dgm:spPr/>
      <dgm:t>
        <a:bodyPr/>
        <a:lstStyle/>
        <a:p>
          <a:endParaRPr lang="en-US"/>
        </a:p>
      </dgm:t>
    </dgm:pt>
    <dgm:pt modelId="{40070A89-0E52-4C38-A539-30A25C01BA23}" type="pres">
      <dgm:prSet presAssocID="{C6B0EF2E-D0FA-4A1B-8E00-868CCDF8158E}" presName="connTx" presStyleLbl="parChTrans1D3" presStyleIdx="0" presStyleCnt="3"/>
      <dgm:spPr/>
      <dgm:t>
        <a:bodyPr/>
        <a:lstStyle/>
        <a:p>
          <a:endParaRPr lang="en-US"/>
        </a:p>
      </dgm:t>
    </dgm:pt>
    <dgm:pt modelId="{B26EE333-3DD0-46DA-948D-177B1D8E5453}" type="pres">
      <dgm:prSet presAssocID="{0ACBA0E5-BBCD-43D7-A3BC-FC0CF9D01C8A}" presName="root2" presStyleCnt="0"/>
      <dgm:spPr/>
    </dgm:pt>
    <dgm:pt modelId="{150C196B-9E14-49A3-A884-39E42F30B15A}" type="pres">
      <dgm:prSet presAssocID="{0ACBA0E5-BBCD-43D7-A3BC-FC0CF9D01C8A}" presName="LevelTwoTextNode" presStyleLbl="node3" presStyleIdx="0" presStyleCnt="3" custLinFactNeighborY="-6005">
        <dgm:presLayoutVars>
          <dgm:chPref val="3"/>
        </dgm:presLayoutVars>
      </dgm:prSet>
      <dgm:spPr/>
      <dgm:t>
        <a:bodyPr/>
        <a:lstStyle/>
        <a:p>
          <a:endParaRPr lang="en-US"/>
        </a:p>
      </dgm:t>
    </dgm:pt>
    <dgm:pt modelId="{F63D0DF3-02C0-4FD2-AA5D-803A83AE41CD}" type="pres">
      <dgm:prSet presAssocID="{0ACBA0E5-BBCD-43D7-A3BC-FC0CF9D01C8A}" presName="level3hierChild" presStyleCnt="0"/>
      <dgm:spPr/>
    </dgm:pt>
    <dgm:pt modelId="{44BCE971-6DB2-41FF-82A7-61F3C3DF066D}" type="pres">
      <dgm:prSet presAssocID="{1DFDF46D-51FC-4BCB-95BF-F9392E19FAC6}" presName="conn2-1" presStyleLbl="parChTrans1D3" presStyleIdx="1" presStyleCnt="3"/>
      <dgm:spPr/>
      <dgm:t>
        <a:bodyPr/>
        <a:lstStyle/>
        <a:p>
          <a:endParaRPr lang="en-US"/>
        </a:p>
      </dgm:t>
    </dgm:pt>
    <dgm:pt modelId="{B5E40F4D-B9B9-43AE-82B0-E364C5A9AFEA}" type="pres">
      <dgm:prSet presAssocID="{1DFDF46D-51FC-4BCB-95BF-F9392E19FAC6}" presName="connTx" presStyleLbl="parChTrans1D3" presStyleIdx="1" presStyleCnt="3"/>
      <dgm:spPr/>
      <dgm:t>
        <a:bodyPr/>
        <a:lstStyle/>
        <a:p>
          <a:endParaRPr lang="en-US"/>
        </a:p>
      </dgm:t>
    </dgm:pt>
    <dgm:pt modelId="{1DEDC185-8BED-4FC3-A282-0DD39327836D}" type="pres">
      <dgm:prSet presAssocID="{F23C4017-A5C1-4C56-A347-6B4C620DC841}" presName="root2" presStyleCnt="0"/>
      <dgm:spPr/>
    </dgm:pt>
    <dgm:pt modelId="{A6FD9E41-0788-4402-82C4-FF8CD9AE264C}" type="pres">
      <dgm:prSet presAssocID="{F23C4017-A5C1-4C56-A347-6B4C620DC841}" presName="LevelTwoTextNode" presStyleLbl="node3" presStyleIdx="1" presStyleCnt="3">
        <dgm:presLayoutVars>
          <dgm:chPref val="3"/>
        </dgm:presLayoutVars>
      </dgm:prSet>
      <dgm:spPr/>
      <dgm:t>
        <a:bodyPr/>
        <a:lstStyle/>
        <a:p>
          <a:endParaRPr lang="en-US"/>
        </a:p>
      </dgm:t>
    </dgm:pt>
    <dgm:pt modelId="{F1CE9A8A-9502-4728-9A2D-9467B495D4F8}" type="pres">
      <dgm:prSet presAssocID="{F23C4017-A5C1-4C56-A347-6B4C620DC841}" presName="level3hierChild" presStyleCnt="0"/>
      <dgm:spPr/>
    </dgm:pt>
    <dgm:pt modelId="{3C65E81D-00EE-4960-BE4A-1CE6188DABEB}" type="pres">
      <dgm:prSet presAssocID="{03FDE31C-AA0C-4FFD-88F3-B8C60C7688B2}" presName="conn2-1" presStyleLbl="parChTrans1D3" presStyleIdx="2" presStyleCnt="3"/>
      <dgm:spPr/>
      <dgm:t>
        <a:bodyPr/>
        <a:lstStyle/>
        <a:p>
          <a:endParaRPr lang="en-US"/>
        </a:p>
      </dgm:t>
    </dgm:pt>
    <dgm:pt modelId="{27BEC4C1-825C-44C4-BACD-4E3925CF939D}" type="pres">
      <dgm:prSet presAssocID="{03FDE31C-AA0C-4FFD-88F3-B8C60C7688B2}" presName="connTx" presStyleLbl="parChTrans1D3" presStyleIdx="2" presStyleCnt="3"/>
      <dgm:spPr/>
      <dgm:t>
        <a:bodyPr/>
        <a:lstStyle/>
        <a:p>
          <a:endParaRPr lang="en-US"/>
        </a:p>
      </dgm:t>
    </dgm:pt>
    <dgm:pt modelId="{A34DF028-3D19-4788-B1E9-D7FCFB510002}" type="pres">
      <dgm:prSet presAssocID="{5FDCA85D-1C67-44A6-9071-13A348508795}" presName="root2" presStyleCnt="0"/>
      <dgm:spPr/>
    </dgm:pt>
    <dgm:pt modelId="{92404F5F-D079-4276-810A-E507CBF177E0}" type="pres">
      <dgm:prSet presAssocID="{5FDCA85D-1C67-44A6-9071-13A348508795}" presName="LevelTwoTextNode" presStyleLbl="node3" presStyleIdx="2" presStyleCnt="3">
        <dgm:presLayoutVars>
          <dgm:chPref val="3"/>
        </dgm:presLayoutVars>
      </dgm:prSet>
      <dgm:spPr/>
      <dgm:t>
        <a:bodyPr/>
        <a:lstStyle/>
        <a:p>
          <a:endParaRPr lang="en-US"/>
        </a:p>
      </dgm:t>
    </dgm:pt>
    <dgm:pt modelId="{17A80BC9-BBE8-4EAF-BF8D-F0D2C81A1FD5}" type="pres">
      <dgm:prSet presAssocID="{5FDCA85D-1C67-44A6-9071-13A348508795}" presName="level3hierChild" presStyleCnt="0"/>
      <dgm:spPr/>
    </dgm:pt>
    <dgm:pt modelId="{50CA11B8-A0A1-441D-A1A8-1BB66B39BFCD}" type="pres">
      <dgm:prSet presAssocID="{543F35D0-9B28-4551-8181-CAEF59CA24A0}" presName="root1" presStyleCnt="0"/>
      <dgm:spPr/>
    </dgm:pt>
    <dgm:pt modelId="{4382F3C7-CD61-4588-BBD8-F240FCE89302}" type="pres">
      <dgm:prSet presAssocID="{543F35D0-9B28-4551-8181-CAEF59CA24A0}" presName="LevelOneTextNode" presStyleLbl="node0" presStyleIdx="1" presStyleCnt="2" custLinFactNeighborY="-37191">
        <dgm:presLayoutVars>
          <dgm:chPref val="3"/>
        </dgm:presLayoutVars>
      </dgm:prSet>
      <dgm:spPr/>
      <dgm:t>
        <a:bodyPr/>
        <a:lstStyle/>
        <a:p>
          <a:endParaRPr lang="en-US"/>
        </a:p>
      </dgm:t>
    </dgm:pt>
    <dgm:pt modelId="{B0D20C1D-ACE9-44A8-ABCB-CE19D00EB06E}" type="pres">
      <dgm:prSet presAssocID="{543F35D0-9B28-4551-8181-CAEF59CA24A0}" presName="level2hierChild" presStyleCnt="0"/>
      <dgm:spPr/>
    </dgm:pt>
    <dgm:pt modelId="{572FC283-AFDF-40DA-A4ED-E2780FDD1223}" type="pres">
      <dgm:prSet presAssocID="{A6FB8192-457D-455B-9776-9407E7584FB5}" presName="conn2-1" presStyleLbl="parChTrans1D2" presStyleIdx="1" presStyleCnt="2"/>
      <dgm:spPr/>
      <dgm:t>
        <a:bodyPr/>
        <a:lstStyle/>
        <a:p>
          <a:endParaRPr lang="en-US"/>
        </a:p>
      </dgm:t>
    </dgm:pt>
    <dgm:pt modelId="{B56A71D5-0927-46C5-80C7-9FC4F06716CC}" type="pres">
      <dgm:prSet presAssocID="{A6FB8192-457D-455B-9776-9407E7584FB5}" presName="connTx" presStyleLbl="parChTrans1D2" presStyleIdx="1" presStyleCnt="2"/>
      <dgm:spPr/>
      <dgm:t>
        <a:bodyPr/>
        <a:lstStyle/>
        <a:p>
          <a:endParaRPr lang="en-US"/>
        </a:p>
      </dgm:t>
    </dgm:pt>
    <dgm:pt modelId="{30DAF5AD-EE2A-42CB-A6CF-FDF0D537C31F}" type="pres">
      <dgm:prSet presAssocID="{25A954E3-228C-4E94-81E0-C6454EB522AF}" presName="root2" presStyleCnt="0"/>
      <dgm:spPr/>
    </dgm:pt>
    <dgm:pt modelId="{51F8284A-8952-4FB3-B2C0-8305F90E2DB4}" type="pres">
      <dgm:prSet presAssocID="{25A954E3-228C-4E94-81E0-C6454EB522AF}" presName="LevelTwoTextNode" presStyleLbl="node2" presStyleIdx="1" presStyleCnt="2" custLinFactNeighborY="-37191">
        <dgm:presLayoutVars>
          <dgm:chPref val="3"/>
        </dgm:presLayoutVars>
      </dgm:prSet>
      <dgm:spPr/>
      <dgm:t>
        <a:bodyPr/>
        <a:lstStyle/>
        <a:p>
          <a:endParaRPr lang="en-US"/>
        </a:p>
      </dgm:t>
    </dgm:pt>
    <dgm:pt modelId="{99C849CE-091F-4A83-9629-119A1464A115}" type="pres">
      <dgm:prSet presAssocID="{25A954E3-228C-4E94-81E0-C6454EB522AF}" presName="level3hierChild" presStyleCnt="0"/>
      <dgm:spPr/>
    </dgm:pt>
  </dgm:ptLst>
  <dgm:cxnLst>
    <dgm:cxn modelId="{494C864C-CF7D-4F9E-A138-CA3B82DD7930}" type="presOf" srcId="{03FDE31C-AA0C-4FFD-88F3-B8C60C7688B2}" destId="{3C65E81D-00EE-4960-BE4A-1CE6188DABEB}" srcOrd="0" destOrd="0" presId="urn:microsoft.com/office/officeart/2005/8/layout/hierarchy2"/>
    <dgm:cxn modelId="{9D72BFA5-BBA0-4DAC-92CD-42F532049F4F}" srcId="{292949A4-AA05-4E18-B3F5-1798B9517995}" destId="{F23C4017-A5C1-4C56-A347-6B4C620DC841}" srcOrd="1" destOrd="0" parTransId="{1DFDF46D-51FC-4BCB-95BF-F9392E19FAC6}" sibTransId="{60AE6F54-41D7-4537-B511-CC41A072B3FF}"/>
    <dgm:cxn modelId="{14A17594-EBA9-419E-A960-7AB836DCFD65}" type="presOf" srcId="{1DFDF46D-51FC-4BCB-95BF-F9392E19FAC6}" destId="{44BCE971-6DB2-41FF-82A7-61F3C3DF066D}" srcOrd="0" destOrd="0" presId="urn:microsoft.com/office/officeart/2005/8/layout/hierarchy2"/>
    <dgm:cxn modelId="{7A49DB33-5438-431B-9646-CA490C67FD05}" type="presOf" srcId="{5FDCA85D-1C67-44A6-9071-13A348508795}" destId="{92404F5F-D079-4276-810A-E507CBF177E0}" srcOrd="0" destOrd="0" presId="urn:microsoft.com/office/officeart/2005/8/layout/hierarchy2"/>
    <dgm:cxn modelId="{6581C4F9-789D-48A7-9428-0E021B2DC4A2}" srcId="{292949A4-AA05-4E18-B3F5-1798B9517995}" destId="{0ACBA0E5-BBCD-43D7-A3BC-FC0CF9D01C8A}" srcOrd="0" destOrd="0" parTransId="{C6B0EF2E-D0FA-4A1B-8E00-868CCDF8158E}" sibTransId="{D230325B-7A0E-4212-8386-DF558C1F2B2A}"/>
    <dgm:cxn modelId="{A688F215-BCDD-464B-929A-96985630FC7E}" type="presOf" srcId="{03FDE31C-AA0C-4FFD-88F3-B8C60C7688B2}" destId="{27BEC4C1-825C-44C4-BACD-4E3925CF939D}" srcOrd="1" destOrd="0" presId="urn:microsoft.com/office/officeart/2005/8/layout/hierarchy2"/>
    <dgm:cxn modelId="{00A9D509-4150-479D-84E5-59D448570CE8}" type="presOf" srcId="{A6FB8192-457D-455B-9776-9407E7584FB5}" destId="{B56A71D5-0927-46C5-80C7-9FC4F06716CC}" srcOrd="1" destOrd="0" presId="urn:microsoft.com/office/officeart/2005/8/layout/hierarchy2"/>
    <dgm:cxn modelId="{87E44453-F93D-4F9E-BD9D-37EB17AE5AC2}" type="presOf" srcId="{1AE76108-91FB-44D8-8A89-B8E208F7E5CA}" destId="{B70911DB-5EA8-4DCC-B136-894C8511BD3F}" srcOrd="0" destOrd="0" presId="urn:microsoft.com/office/officeart/2005/8/layout/hierarchy2"/>
    <dgm:cxn modelId="{271D1B83-8B39-409B-9021-75223A00D6D6}" srcId="{292949A4-AA05-4E18-B3F5-1798B9517995}" destId="{5FDCA85D-1C67-44A6-9071-13A348508795}" srcOrd="2" destOrd="0" parTransId="{03FDE31C-AA0C-4FFD-88F3-B8C60C7688B2}" sibTransId="{FE1A6629-9F0A-4947-827E-686E8B12F027}"/>
    <dgm:cxn modelId="{ECB77AD0-00A1-4C33-986C-C1DE5A7A3C52}" type="presOf" srcId="{A6FB8192-457D-455B-9776-9407E7584FB5}" destId="{572FC283-AFDF-40DA-A4ED-E2780FDD1223}" srcOrd="0" destOrd="0" presId="urn:microsoft.com/office/officeart/2005/8/layout/hierarchy2"/>
    <dgm:cxn modelId="{58084C07-B90A-4C85-9A82-CA8FF3ED879D}" type="presOf" srcId="{C6B0EF2E-D0FA-4A1B-8E00-868CCDF8158E}" destId="{40070A89-0E52-4C38-A539-30A25C01BA23}" srcOrd="1" destOrd="0" presId="urn:microsoft.com/office/officeart/2005/8/layout/hierarchy2"/>
    <dgm:cxn modelId="{84532FB9-DB0F-44F0-B3A3-686725CDB02D}" type="presOf" srcId="{25A954E3-228C-4E94-81E0-C6454EB522AF}" destId="{51F8284A-8952-4FB3-B2C0-8305F90E2DB4}" srcOrd="0" destOrd="0" presId="urn:microsoft.com/office/officeart/2005/8/layout/hierarchy2"/>
    <dgm:cxn modelId="{511B61A7-26DF-40E8-9F51-E59C65386866}" type="presOf" srcId="{C6B0EF2E-D0FA-4A1B-8E00-868CCDF8158E}" destId="{BAF43D86-6EB1-4466-9858-C792F173179C}" srcOrd="0" destOrd="0" presId="urn:microsoft.com/office/officeart/2005/8/layout/hierarchy2"/>
    <dgm:cxn modelId="{C6ECE598-4845-41DF-AB49-0E4A275C4E39}" type="presOf" srcId="{1DFDF46D-51FC-4BCB-95BF-F9392E19FAC6}" destId="{B5E40F4D-B9B9-43AE-82B0-E364C5A9AFEA}" srcOrd="1" destOrd="0" presId="urn:microsoft.com/office/officeart/2005/8/layout/hierarchy2"/>
    <dgm:cxn modelId="{48827E43-4B3C-4FB7-A29F-AC970D9A98FA}" type="presOf" srcId="{480A263B-CD14-423A-A0E1-102EAB428708}" destId="{B8362F1F-B9E9-4A92-A62D-650D7E2500E5}" srcOrd="1" destOrd="0" presId="urn:microsoft.com/office/officeart/2005/8/layout/hierarchy2"/>
    <dgm:cxn modelId="{D5763AAE-AA5D-49C9-8E6F-80EEC1BEF2DA}" type="presOf" srcId="{78502359-E29E-4A2D-ACAC-4DCAC351BAD4}" destId="{4ED53732-3811-40A5-AA40-036D0080E2E6}" srcOrd="0" destOrd="0" presId="urn:microsoft.com/office/officeart/2005/8/layout/hierarchy2"/>
    <dgm:cxn modelId="{96B205B4-5F7B-470F-9F70-6B6E2AA23B87}" srcId="{1AE76108-91FB-44D8-8A89-B8E208F7E5CA}" destId="{292949A4-AA05-4E18-B3F5-1798B9517995}" srcOrd="0" destOrd="0" parTransId="{480A263B-CD14-423A-A0E1-102EAB428708}" sibTransId="{95DB1844-9FB2-42CD-B947-48E4C21612F4}"/>
    <dgm:cxn modelId="{0016E3E8-7F23-4BA9-9EDC-2AED77619784}" type="presOf" srcId="{543F35D0-9B28-4551-8181-CAEF59CA24A0}" destId="{4382F3C7-CD61-4588-BBD8-F240FCE89302}" srcOrd="0" destOrd="0" presId="urn:microsoft.com/office/officeart/2005/8/layout/hierarchy2"/>
    <dgm:cxn modelId="{07161E3E-BAE1-455F-8F56-3DC3CB40DB56}" type="presOf" srcId="{480A263B-CD14-423A-A0E1-102EAB428708}" destId="{7EA05D67-9F6A-4142-A1FE-AF793B7155C5}" srcOrd="0" destOrd="0" presId="urn:microsoft.com/office/officeart/2005/8/layout/hierarchy2"/>
    <dgm:cxn modelId="{178DC3CB-EED9-438E-B38A-8BD89A5ECBEF}" type="presOf" srcId="{F23C4017-A5C1-4C56-A347-6B4C620DC841}" destId="{A6FD9E41-0788-4402-82C4-FF8CD9AE264C}" srcOrd="0" destOrd="0" presId="urn:microsoft.com/office/officeart/2005/8/layout/hierarchy2"/>
    <dgm:cxn modelId="{14EE8AC3-0110-4526-90CC-06B68394D9E2}" srcId="{78502359-E29E-4A2D-ACAC-4DCAC351BAD4}" destId="{1AE76108-91FB-44D8-8A89-B8E208F7E5CA}" srcOrd="0" destOrd="0" parTransId="{FB6FE0FF-6322-4547-93AB-8311BC623C08}" sibTransId="{0D0D4CAD-4648-4F86-96D2-249E348C9951}"/>
    <dgm:cxn modelId="{8E5F5DAC-B456-48FA-8277-2FC4E5300B28}" type="presOf" srcId="{0ACBA0E5-BBCD-43D7-A3BC-FC0CF9D01C8A}" destId="{150C196B-9E14-49A3-A884-39E42F30B15A}" srcOrd="0" destOrd="0" presId="urn:microsoft.com/office/officeart/2005/8/layout/hierarchy2"/>
    <dgm:cxn modelId="{2B81DFA2-F275-4402-A95B-D2655B726642}" srcId="{543F35D0-9B28-4551-8181-CAEF59CA24A0}" destId="{25A954E3-228C-4E94-81E0-C6454EB522AF}" srcOrd="0" destOrd="0" parTransId="{A6FB8192-457D-455B-9776-9407E7584FB5}" sibTransId="{D957CD34-2A62-4DBA-B2A4-ACE5790DCD1E}"/>
    <dgm:cxn modelId="{B84C2F43-0479-430A-892B-8AAE6622EC8F}" type="presOf" srcId="{292949A4-AA05-4E18-B3F5-1798B9517995}" destId="{D7CBB230-4FCC-4B4E-91FD-8169B5CD7C7D}" srcOrd="0" destOrd="0" presId="urn:microsoft.com/office/officeart/2005/8/layout/hierarchy2"/>
    <dgm:cxn modelId="{218D1824-A71F-46CB-9C81-12F1E1E6FD61}" srcId="{78502359-E29E-4A2D-ACAC-4DCAC351BAD4}" destId="{543F35D0-9B28-4551-8181-CAEF59CA24A0}" srcOrd="1" destOrd="0" parTransId="{14F7275D-CA1B-42D5-BF06-DC7460996023}" sibTransId="{7575D659-CB82-49E4-B9C8-DB8A8378212A}"/>
    <dgm:cxn modelId="{2F174606-BD65-4171-BB19-5BFE4D293799}" type="presParOf" srcId="{4ED53732-3811-40A5-AA40-036D0080E2E6}" destId="{66599CB7-37A8-450B-94A9-3DCBA1169B13}" srcOrd="0" destOrd="0" presId="urn:microsoft.com/office/officeart/2005/8/layout/hierarchy2"/>
    <dgm:cxn modelId="{BFFFAE53-DB46-4127-A493-3FE7F86C6CA4}" type="presParOf" srcId="{66599CB7-37A8-450B-94A9-3DCBA1169B13}" destId="{B70911DB-5EA8-4DCC-B136-894C8511BD3F}" srcOrd="0" destOrd="0" presId="urn:microsoft.com/office/officeart/2005/8/layout/hierarchy2"/>
    <dgm:cxn modelId="{81DAC88E-1AFE-4B00-B3B6-36BB0D8344E2}" type="presParOf" srcId="{66599CB7-37A8-450B-94A9-3DCBA1169B13}" destId="{5D4FA36F-7A04-469C-8592-3598445682F6}" srcOrd="1" destOrd="0" presId="urn:microsoft.com/office/officeart/2005/8/layout/hierarchy2"/>
    <dgm:cxn modelId="{7B4BB406-4CD1-481E-8C16-CB8F981A7D83}" type="presParOf" srcId="{5D4FA36F-7A04-469C-8592-3598445682F6}" destId="{7EA05D67-9F6A-4142-A1FE-AF793B7155C5}" srcOrd="0" destOrd="0" presId="urn:microsoft.com/office/officeart/2005/8/layout/hierarchy2"/>
    <dgm:cxn modelId="{BA5B613D-6DC9-4003-98CA-DCE57456B82E}" type="presParOf" srcId="{7EA05D67-9F6A-4142-A1FE-AF793B7155C5}" destId="{B8362F1F-B9E9-4A92-A62D-650D7E2500E5}" srcOrd="0" destOrd="0" presId="urn:microsoft.com/office/officeart/2005/8/layout/hierarchy2"/>
    <dgm:cxn modelId="{17B81A8B-EDEE-4A53-B4E9-3D07EBDCC239}" type="presParOf" srcId="{5D4FA36F-7A04-469C-8592-3598445682F6}" destId="{F9B2E71E-C530-41D3-8FAC-41D902CE471C}" srcOrd="1" destOrd="0" presId="urn:microsoft.com/office/officeart/2005/8/layout/hierarchy2"/>
    <dgm:cxn modelId="{214C5E13-56E7-41E7-A5A9-081113D7A034}" type="presParOf" srcId="{F9B2E71E-C530-41D3-8FAC-41D902CE471C}" destId="{D7CBB230-4FCC-4B4E-91FD-8169B5CD7C7D}" srcOrd="0" destOrd="0" presId="urn:microsoft.com/office/officeart/2005/8/layout/hierarchy2"/>
    <dgm:cxn modelId="{D09D09D7-0FBE-4A35-99B0-BDAAE16EB3B5}" type="presParOf" srcId="{F9B2E71E-C530-41D3-8FAC-41D902CE471C}" destId="{580C0974-A890-4E6C-B962-BEDCCBC6EAAF}" srcOrd="1" destOrd="0" presId="urn:microsoft.com/office/officeart/2005/8/layout/hierarchy2"/>
    <dgm:cxn modelId="{46D5FCFA-8E65-4DD8-8E74-88C2B6546ACA}" type="presParOf" srcId="{580C0974-A890-4E6C-B962-BEDCCBC6EAAF}" destId="{BAF43D86-6EB1-4466-9858-C792F173179C}" srcOrd="0" destOrd="0" presId="urn:microsoft.com/office/officeart/2005/8/layout/hierarchy2"/>
    <dgm:cxn modelId="{889A86BB-D882-4D8D-B18E-2C32BB1B993E}" type="presParOf" srcId="{BAF43D86-6EB1-4466-9858-C792F173179C}" destId="{40070A89-0E52-4C38-A539-30A25C01BA23}" srcOrd="0" destOrd="0" presId="urn:microsoft.com/office/officeart/2005/8/layout/hierarchy2"/>
    <dgm:cxn modelId="{24584A79-DF5C-4998-A987-1C2AF892411B}" type="presParOf" srcId="{580C0974-A890-4E6C-B962-BEDCCBC6EAAF}" destId="{B26EE333-3DD0-46DA-948D-177B1D8E5453}" srcOrd="1" destOrd="0" presId="urn:microsoft.com/office/officeart/2005/8/layout/hierarchy2"/>
    <dgm:cxn modelId="{36D4D104-AD6C-4B0F-9BEF-AC49C7DCA01E}" type="presParOf" srcId="{B26EE333-3DD0-46DA-948D-177B1D8E5453}" destId="{150C196B-9E14-49A3-A884-39E42F30B15A}" srcOrd="0" destOrd="0" presId="urn:microsoft.com/office/officeart/2005/8/layout/hierarchy2"/>
    <dgm:cxn modelId="{1F72733D-B849-4ADC-9DF4-17018E1DC46A}" type="presParOf" srcId="{B26EE333-3DD0-46DA-948D-177B1D8E5453}" destId="{F63D0DF3-02C0-4FD2-AA5D-803A83AE41CD}" srcOrd="1" destOrd="0" presId="urn:microsoft.com/office/officeart/2005/8/layout/hierarchy2"/>
    <dgm:cxn modelId="{54283A24-B89D-4BC3-BEF4-2A2803DABD47}" type="presParOf" srcId="{580C0974-A890-4E6C-B962-BEDCCBC6EAAF}" destId="{44BCE971-6DB2-41FF-82A7-61F3C3DF066D}" srcOrd="2" destOrd="0" presId="urn:microsoft.com/office/officeart/2005/8/layout/hierarchy2"/>
    <dgm:cxn modelId="{1A05C878-D5B8-4D8E-A630-D33EA3F2BFFA}" type="presParOf" srcId="{44BCE971-6DB2-41FF-82A7-61F3C3DF066D}" destId="{B5E40F4D-B9B9-43AE-82B0-E364C5A9AFEA}" srcOrd="0" destOrd="0" presId="urn:microsoft.com/office/officeart/2005/8/layout/hierarchy2"/>
    <dgm:cxn modelId="{AC1A91FE-6F1A-47C4-8431-F26D178094AC}" type="presParOf" srcId="{580C0974-A890-4E6C-B962-BEDCCBC6EAAF}" destId="{1DEDC185-8BED-4FC3-A282-0DD39327836D}" srcOrd="3" destOrd="0" presId="urn:microsoft.com/office/officeart/2005/8/layout/hierarchy2"/>
    <dgm:cxn modelId="{C4259DD3-6764-4684-BB28-DAB18411D410}" type="presParOf" srcId="{1DEDC185-8BED-4FC3-A282-0DD39327836D}" destId="{A6FD9E41-0788-4402-82C4-FF8CD9AE264C}" srcOrd="0" destOrd="0" presId="urn:microsoft.com/office/officeart/2005/8/layout/hierarchy2"/>
    <dgm:cxn modelId="{6A5747B2-06FE-4E25-81A3-52F977B28947}" type="presParOf" srcId="{1DEDC185-8BED-4FC3-A282-0DD39327836D}" destId="{F1CE9A8A-9502-4728-9A2D-9467B495D4F8}" srcOrd="1" destOrd="0" presId="urn:microsoft.com/office/officeart/2005/8/layout/hierarchy2"/>
    <dgm:cxn modelId="{05DEFCE7-4EEB-4F7F-B232-83AD8D03239D}" type="presParOf" srcId="{580C0974-A890-4E6C-B962-BEDCCBC6EAAF}" destId="{3C65E81D-00EE-4960-BE4A-1CE6188DABEB}" srcOrd="4" destOrd="0" presId="urn:microsoft.com/office/officeart/2005/8/layout/hierarchy2"/>
    <dgm:cxn modelId="{D93F531A-7C09-48CF-8B56-8EDA89874930}" type="presParOf" srcId="{3C65E81D-00EE-4960-BE4A-1CE6188DABEB}" destId="{27BEC4C1-825C-44C4-BACD-4E3925CF939D}" srcOrd="0" destOrd="0" presId="urn:microsoft.com/office/officeart/2005/8/layout/hierarchy2"/>
    <dgm:cxn modelId="{BE1DEB0E-E0FE-4A99-BDD7-2E6730AB4C00}" type="presParOf" srcId="{580C0974-A890-4E6C-B962-BEDCCBC6EAAF}" destId="{A34DF028-3D19-4788-B1E9-D7FCFB510002}" srcOrd="5" destOrd="0" presId="urn:microsoft.com/office/officeart/2005/8/layout/hierarchy2"/>
    <dgm:cxn modelId="{4126E60B-FFE1-4C2C-9140-1F1639CE287B}" type="presParOf" srcId="{A34DF028-3D19-4788-B1E9-D7FCFB510002}" destId="{92404F5F-D079-4276-810A-E507CBF177E0}" srcOrd="0" destOrd="0" presId="urn:microsoft.com/office/officeart/2005/8/layout/hierarchy2"/>
    <dgm:cxn modelId="{2380A9BF-6DE6-47CD-81A0-9AC6AC4414DC}" type="presParOf" srcId="{A34DF028-3D19-4788-B1E9-D7FCFB510002}" destId="{17A80BC9-BBE8-4EAF-BF8D-F0D2C81A1FD5}" srcOrd="1" destOrd="0" presId="urn:microsoft.com/office/officeart/2005/8/layout/hierarchy2"/>
    <dgm:cxn modelId="{BFFC59A0-36FE-47C6-B9B6-F37A3EEA4EB6}" type="presParOf" srcId="{4ED53732-3811-40A5-AA40-036D0080E2E6}" destId="{50CA11B8-A0A1-441D-A1A8-1BB66B39BFCD}" srcOrd="1" destOrd="0" presId="urn:microsoft.com/office/officeart/2005/8/layout/hierarchy2"/>
    <dgm:cxn modelId="{B706B4D3-9567-44C4-BAAF-7C370C20E9BB}" type="presParOf" srcId="{50CA11B8-A0A1-441D-A1A8-1BB66B39BFCD}" destId="{4382F3C7-CD61-4588-BBD8-F240FCE89302}" srcOrd="0" destOrd="0" presId="urn:microsoft.com/office/officeart/2005/8/layout/hierarchy2"/>
    <dgm:cxn modelId="{14AE99E3-E509-4A3D-812E-D5B3BFBCF510}" type="presParOf" srcId="{50CA11B8-A0A1-441D-A1A8-1BB66B39BFCD}" destId="{B0D20C1D-ACE9-44A8-ABCB-CE19D00EB06E}" srcOrd="1" destOrd="0" presId="urn:microsoft.com/office/officeart/2005/8/layout/hierarchy2"/>
    <dgm:cxn modelId="{33CC0E20-698C-4828-A6B9-12379A673F6D}" type="presParOf" srcId="{B0D20C1D-ACE9-44A8-ABCB-CE19D00EB06E}" destId="{572FC283-AFDF-40DA-A4ED-E2780FDD1223}" srcOrd="0" destOrd="0" presId="urn:microsoft.com/office/officeart/2005/8/layout/hierarchy2"/>
    <dgm:cxn modelId="{18B4E1EF-015E-4192-842D-E76027D78B71}" type="presParOf" srcId="{572FC283-AFDF-40DA-A4ED-E2780FDD1223}" destId="{B56A71D5-0927-46C5-80C7-9FC4F06716CC}" srcOrd="0" destOrd="0" presId="urn:microsoft.com/office/officeart/2005/8/layout/hierarchy2"/>
    <dgm:cxn modelId="{CE3E1D1E-86CF-4556-866C-F7A9CA0FBA0E}" type="presParOf" srcId="{B0D20C1D-ACE9-44A8-ABCB-CE19D00EB06E}" destId="{30DAF5AD-EE2A-42CB-A6CF-FDF0D537C31F}" srcOrd="1" destOrd="0" presId="urn:microsoft.com/office/officeart/2005/8/layout/hierarchy2"/>
    <dgm:cxn modelId="{8EADBE1F-AE07-493A-90EB-631D5B50FE74}" type="presParOf" srcId="{30DAF5AD-EE2A-42CB-A6CF-FDF0D537C31F}" destId="{51F8284A-8952-4FB3-B2C0-8305F90E2DB4}" srcOrd="0" destOrd="0" presId="urn:microsoft.com/office/officeart/2005/8/layout/hierarchy2"/>
    <dgm:cxn modelId="{BF0BAD60-37B7-4589-9C42-C1A67ADC91E5}" type="presParOf" srcId="{30DAF5AD-EE2A-42CB-A6CF-FDF0D537C31F}" destId="{99C849CE-091F-4A83-9629-119A1464A115}"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0911DB-5EA8-4DCC-B136-894C8511BD3F}">
      <dsp:nvSpPr>
        <dsp:cNvPr id="0" name=""/>
        <dsp:cNvSpPr/>
      </dsp:nvSpPr>
      <dsp:spPr>
        <a:xfrm>
          <a:off x="30166" y="612776"/>
          <a:ext cx="2499072" cy="1249536"/>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dirty="0" smtClean="0"/>
            <a:t>Mohandas P M</a:t>
          </a:r>
        </a:p>
        <a:p>
          <a:pPr lvl="0" algn="ctr" defTabSz="977900">
            <a:lnSpc>
              <a:spcPct val="90000"/>
            </a:lnSpc>
            <a:spcBef>
              <a:spcPct val="0"/>
            </a:spcBef>
            <a:spcAft>
              <a:spcPct val="35000"/>
            </a:spcAft>
          </a:pPr>
          <a:r>
            <a:rPr lang="en-US" sz="2200" kern="1200" dirty="0" smtClean="0"/>
            <a:t>Project Manager</a:t>
          </a:r>
          <a:endParaRPr lang="en-US" sz="2200" kern="1200" dirty="0"/>
        </a:p>
      </dsp:txBody>
      <dsp:txXfrm>
        <a:off x="66764" y="649374"/>
        <a:ext cx="2425876" cy="1176340"/>
      </dsp:txXfrm>
    </dsp:sp>
    <dsp:sp modelId="{7EA05D67-9F6A-4142-A1FE-AF793B7155C5}">
      <dsp:nvSpPr>
        <dsp:cNvPr id="0" name=""/>
        <dsp:cNvSpPr/>
      </dsp:nvSpPr>
      <dsp:spPr>
        <a:xfrm>
          <a:off x="2529238" y="1210298"/>
          <a:ext cx="1006126" cy="54492"/>
        </a:xfrm>
        <a:custGeom>
          <a:avLst/>
          <a:gdLst/>
          <a:ahLst/>
          <a:cxnLst/>
          <a:rect l="0" t="0" r="0" b="0"/>
          <a:pathLst>
            <a:path>
              <a:moveTo>
                <a:pt x="0" y="27246"/>
              </a:moveTo>
              <a:lnTo>
                <a:pt x="1006126" y="27246"/>
              </a:lnTo>
            </a:path>
          </a:pathLst>
        </a:custGeom>
        <a:noFill/>
        <a:ln w="127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3007148" y="1212391"/>
        <a:ext cx="50306" cy="50306"/>
      </dsp:txXfrm>
    </dsp:sp>
    <dsp:sp modelId="{D7CBB230-4FCC-4B4E-91FD-8169B5CD7C7D}">
      <dsp:nvSpPr>
        <dsp:cNvPr id="0" name=""/>
        <dsp:cNvSpPr/>
      </dsp:nvSpPr>
      <dsp:spPr>
        <a:xfrm>
          <a:off x="3535365" y="612776"/>
          <a:ext cx="2499072" cy="1249536"/>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dirty="0" smtClean="0"/>
            <a:t>Suresh S</a:t>
          </a:r>
        </a:p>
        <a:p>
          <a:pPr lvl="0" algn="ctr" defTabSz="977900">
            <a:lnSpc>
              <a:spcPct val="90000"/>
            </a:lnSpc>
            <a:spcBef>
              <a:spcPct val="0"/>
            </a:spcBef>
            <a:spcAft>
              <a:spcPct val="35000"/>
            </a:spcAft>
          </a:pPr>
          <a:r>
            <a:rPr lang="en-US" sz="2200" kern="1200" dirty="0" smtClean="0"/>
            <a:t>Project Leader</a:t>
          </a:r>
          <a:endParaRPr lang="en-US" sz="2200" kern="1200" dirty="0"/>
        </a:p>
      </dsp:txBody>
      <dsp:txXfrm>
        <a:off x="3571963" y="649374"/>
        <a:ext cx="2425876" cy="1176340"/>
      </dsp:txXfrm>
    </dsp:sp>
    <dsp:sp modelId="{BAF43D86-6EB1-4466-9858-C792F173179C}">
      <dsp:nvSpPr>
        <dsp:cNvPr id="0" name=""/>
        <dsp:cNvSpPr/>
      </dsp:nvSpPr>
      <dsp:spPr>
        <a:xfrm rot="19661959">
          <a:off x="5945711" y="903910"/>
          <a:ext cx="1146742" cy="54492"/>
        </a:xfrm>
        <a:custGeom>
          <a:avLst/>
          <a:gdLst/>
          <a:ahLst/>
          <a:cxnLst/>
          <a:rect l="0" t="0" r="0" b="0"/>
          <a:pathLst>
            <a:path>
              <a:moveTo>
                <a:pt x="0" y="27246"/>
              </a:moveTo>
              <a:lnTo>
                <a:pt x="1146742" y="27246"/>
              </a:lnTo>
            </a:path>
          </a:pathLst>
        </a:custGeom>
        <a:noFill/>
        <a:ln w="127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6490413" y="902487"/>
        <a:ext cx="57337" cy="57337"/>
      </dsp:txXfrm>
    </dsp:sp>
    <dsp:sp modelId="{150C196B-9E14-49A3-A884-39E42F30B15A}">
      <dsp:nvSpPr>
        <dsp:cNvPr id="0" name=""/>
        <dsp:cNvSpPr/>
      </dsp:nvSpPr>
      <dsp:spPr>
        <a:xfrm>
          <a:off x="7003727" y="0"/>
          <a:ext cx="2499072" cy="1249536"/>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dirty="0" err="1" smtClean="0"/>
            <a:t>Suraj</a:t>
          </a:r>
          <a:r>
            <a:rPr lang="en-US" sz="2200" kern="1200" dirty="0" smtClean="0"/>
            <a:t> P</a:t>
          </a:r>
        </a:p>
        <a:p>
          <a:pPr lvl="0" algn="ctr" defTabSz="977900">
            <a:lnSpc>
              <a:spcPct val="90000"/>
            </a:lnSpc>
            <a:spcBef>
              <a:spcPct val="0"/>
            </a:spcBef>
            <a:spcAft>
              <a:spcPct val="35000"/>
            </a:spcAft>
          </a:pPr>
          <a:r>
            <a:rPr lang="en-US" sz="2200" kern="1200" dirty="0" smtClean="0"/>
            <a:t>Senior Developer</a:t>
          </a:r>
          <a:endParaRPr lang="en-US" sz="2200" kern="1200" dirty="0"/>
        </a:p>
      </dsp:txBody>
      <dsp:txXfrm>
        <a:off x="7040325" y="36598"/>
        <a:ext cx="2425876" cy="1176340"/>
      </dsp:txXfrm>
    </dsp:sp>
    <dsp:sp modelId="{44BCE971-6DB2-41FF-82A7-61F3C3DF066D}">
      <dsp:nvSpPr>
        <dsp:cNvPr id="0" name=""/>
        <dsp:cNvSpPr/>
      </dsp:nvSpPr>
      <dsp:spPr>
        <a:xfrm rot="2426621">
          <a:off x="5882266" y="1623401"/>
          <a:ext cx="1273632" cy="54492"/>
        </a:xfrm>
        <a:custGeom>
          <a:avLst/>
          <a:gdLst/>
          <a:ahLst/>
          <a:cxnLst/>
          <a:rect l="0" t="0" r="0" b="0"/>
          <a:pathLst>
            <a:path>
              <a:moveTo>
                <a:pt x="0" y="27246"/>
              </a:moveTo>
              <a:lnTo>
                <a:pt x="1273632" y="27246"/>
              </a:lnTo>
            </a:path>
          </a:pathLst>
        </a:custGeom>
        <a:noFill/>
        <a:ln w="127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6487241" y="1618806"/>
        <a:ext cx="63681" cy="63681"/>
      </dsp:txXfrm>
    </dsp:sp>
    <dsp:sp modelId="{A6FD9E41-0788-4402-82C4-FF8CD9AE264C}">
      <dsp:nvSpPr>
        <dsp:cNvPr id="0" name=""/>
        <dsp:cNvSpPr/>
      </dsp:nvSpPr>
      <dsp:spPr>
        <a:xfrm>
          <a:off x="7003727" y="1438981"/>
          <a:ext cx="2499072" cy="1249536"/>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dirty="0" smtClean="0"/>
            <a:t>Suresh S</a:t>
          </a:r>
        </a:p>
        <a:p>
          <a:pPr lvl="0" algn="ctr" defTabSz="977900">
            <a:lnSpc>
              <a:spcPct val="90000"/>
            </a:lnSpc>
            <a:spcBef>
              <a:spcPct val="0"/>
            </a:spcBef>
            <a:spcAft>
              <a:spcPct val="35000"/>
            </a:spcAft>
          </a:pPr>
          <a:r>
            <a:rPr lang="en-US" sz="2200" kern="1200" dirty="0" smtClean="0"/>
            <a:t>Senior Developer</a:t>
          </a:r>
          <a:endParaRPr lang="en-US" sz="2200" kern="1200" dirty="0"/>
        </a:p>
      </dsp:txBody>
      <dsp:txXfrm>
        <a:off x="7040325" y="1475579"/>
        <a:ext cx="2425876" cy="1176340"/>
      </dsp:txXfrm>
    </dsp:sp>
    <dsp:sp modelId="{3C65E81D-00EE-4960-BE4A-1CE6188DABEB}">
      <dsp:nvSpPr>
        <dsp:cNvPr id="0" name=""/>
        <dsp:cNvSpPr/>
      </dsp:nvSpPr>
      <dsp:spPr>
        <a:xfrm rot="4008907">
          <a:off x="5288079" y="2341884"/>
          <a:ext cx="2462005" cy="54492"/>
        </a:xfrm>
        <a:custGeom>
          <a:avLst/>
          <a:gdLst/>
          <a:ahLst/>
          <a:cxnLst/>
          <a:rect l="0" t="0" r="0" b="0"/>
          <a:pathLst>
            <a:path>
              <a:moveTo>
                <a:pt x="0" y="27246"/>
              </a:moveTo>
              <a:lnTo>
                <a:pt x="2462005" y="27246"/>
              </a:lnTo>
            </a:path>
          </a:pathLst>
        </a:custGeom>
        <a:noFill/>
        <a:ln w="127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355600">
            <a:lnSpc>
              <a:spcPct val="90000"/>
            </a:lnSpc>
            <a:spcBef>
              <a:spcPct val="0"/>
            </a:spcBef>
            <a:spcAft>
              <a:spcPct val="35000"/>
            </a:spcAft>
          </a:pPr>
          <a:endParaRPr lang="en-US" sz="800" kern="1200"/>
        </a:p>
      </dsp:txBody>
      <dsp:txXfrm>
        <a:off x="6457532" y="2307580"/>
        <a:ext cx="123100" cy="123100"/>
      </dsp:txXfrm>
    </dsp:sp>
    <dsp:sp modelId="{92404F5F-D079-4276-810A-E507CBF177E0}">
      <dsp:nvSpPr>
        <dsp:cNvPr id="0" name=""/>
        <dsp:cNvSpPr/>
      </dsp:nvSpPr>
      <dsp:spPr>
        <a:xfrm>
          <a:off x="7003727" y="2875948"/>
          <a:ext cx="2499072" cy="1249536"/>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dirty="0" err="1" smtClean="0"/>
            <a:t>Masa</a:t>
          </a:r>
          <a:r>
            <a:rPr lang="en-US" sz="2200" kern="1200" dirty="0" smtClean="0"/>
            <a:t> Yuki Communicative Person</a:t>
          </a:r>
          <a:endParaRPr lang="en-US" sz="2200" kern="1200" dirty="0"/>
        </a:p>
      </dsp:txBody>
      <dsp:txXfrm>
        <a:off x="7040325" y="2912546"/>
        <a:ext cx="2425876" cy="1176340"/>
      </dsp:txXfrm>
    </dsp:sp>
    <dsp:sp modelId="{4382F3C7-CD61-4588-BBD8-F240FCE89302}">
      <dsp:nvSpPr>
        <dsp:cNvPr id="0" name=""/>
        <dsp:cNvSpPr/>
      </dsp:nvSpPr>
      <dsp:spPr>
        <a:xfrm>
          <a:off x="6325" y="2411233"/>
          <a:ext cx="2499072" cy="1249536"/>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smtClean="0"/>
            <a:t>George Elias</a:t>
          </a:r>
          <a:r>
            <a:rPr lang="en-US" sz="2200" kern="1200" dirty="0" smtClean="0"/>
            <a:t/>
          </a:r>
          <a:br>
            <a:rPr lang="en-US" sz="2200" kern="1200" dirty="0" smtClean="0"/>
          </a:br>
          <a:r>
            <a:rPr lang="en-US" sz="2200" kern="1200" dirty="0" smtClean="0"/>
            <a:t>QC Manager</a:t>
          </a:r>
          <a:endParaRPr lang="en-US" sz="2200" kern="1200" dirty="0"/>
        </a:p>
      </dsp:txBody>
      <dsp:txXfrm>
        <a:off x="42923" y="2447831"/>
        <a:ext cx="2425876" cy="1176340"/>
      </dsp:txXfrm>
    </dsp:sp>
    <dsp:sp modelId="{572FC283-AFDF-40DA-A4ED-E2780FDD1223}">
      <dsp:nvSpPr>
        <dsp:cNvPr id="0" name=""/>
        <dsp:cNvSpPr/>
      </dsp:nvSpPr>
      <dsp:spPr>
        <a:xfrm>
          <a:off x="2505397" y="3008755"/>
          <a:ext cx="999628" cy="54492"/>
        </a:xfrm>
        <a:custGeom>
          <a:avLst/>
          <a:gdLst/>
          <a:ahLst/>
          <a:cxnLst/>
          <a:rect l="0" t="0" r="0" b="0"/>
          <a:pathLst>
            <a:path>
              <a:moveTo>
                <a:pt x="0" y="27246"/>
              </a:moveTo>
              <a:lnTo>
                <a:pt x="999628" y="27246"/>
              </a:lnTo>
            </a:path>
          </a:pathLst>
        </a:custGeom>
        <a:noFill/>
        <a:ln w="127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980221" y="3011010"/>
        <a:ext cx="49981" cy="49981"/>
      </dsp:txXfrm>
    </dsp:sp>
    <dsp:sp modelId="{51F8284A-8952-4FB3-B2C0-8305F90E2DB4}">
      <dsp:nvSpPr>
        <dsp:cNvPr id="0" name=""/>
        <dsp:cNvSpPr/>
      </dsp:nvSpPr>
      <dsp:spPr>
        <a:xfrm>
          <a:off x="3505026" y="2411233"/>
          <a:ext cx="2499072" cy="1249536"/>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dirty="0" smtClean="0"/>
            <a:t>Priska</a:t>
          </a:r>
          <a:br>
            <a:rPr lang="en-US" sz="2200" kern="1200" dirty="0" smtClean="0"/>
          </a:br>
          <a:r>
            <a:rPr lang="en-US" sz="2200" kern="1200" dirty="0" smtClean="0"/>
            <a:t>Tester</a:t>
          </a:r>
          <a:endParaRPr lang="en-US" sz="2200" kern="1200" dirty="0"/>
        </a:p>
      </dsp:txBody>
      <dsp:txXfrm>
        <a:off x="3541624" y="2447831"/>
        <a:ext cx="2425876" cy="117634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0EA5F0D-C1DC-412F-A146-DDB3A74B588F}" type="datetimeFigureOut">
              <a:rPr lang="en-US"/>
              <a:pPr/>
              <a:t>8/14/2019</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BAE14B8-3CC9-472D-9BC5-A84D80684DE2}" type="slidenum">
              <a:rPr/>
              <a:pPr/>
              <a:t>‹#›</a:t>
            </a:fld>
            <a:endParaRPr/>
          </a:p>
        </p:txBody>
      </p:sp>
    </p:spTree>
    <p:extLst>
      <p:ext uri="{BB962C8B-B14F-4D97-AF65-F5344CB8AC3E}">
        <p14:creationId xmlns:p14="http://schemas.microsoft.com/office/powerpoint/2010/main" val="2577827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CDE508-72C8-4AB5-AA9C-1584D31690E0}" type="datetimeFigureOut">
              <a:rPr lang="en-US"/>
              <a:pPr/>
              <a:t>8/14/2019</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B667E1-E601-4AAF-B95C-B25720D70A60}" type="slidenum">
              <a:rPr/>
              <a:pPr/>
              <a:t>‹#›</a:t>
            </a:fld>
            <a:endParaRPr/>
          </a:p>
        </p:txBody>
      </p:sp>
    </p:spTree>
    <p:extLst>
      <p:ext uri="{BB962C8B-B14F-4D97-AF65-F5344CB8AC3E}">
        <p14:creationId xmlns:p14="http://schemas.microsoft.com/office/powerpoint/2010/main" val="711136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b="0" i="1"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7FB667E1-E601-4AAF-B95C-B25720D70A60}" type="slidenum">
              <a:rPr lang="en-US" smtClean="0"/>
              <a:pPr/>
              <a:t>2</a:t>
            </a:fld>
            <a:endParaRPr lang="en-US"/>
          </a:p>
        </p:txBody>
      </p:sp>
    </p:spTree>
    <p:extLst>
      <p:ext uri="{BB962C8B-B14F-4D97-AF65-F5344CB8AC3E}">
        <p14:creationId xmlns:p14="http://schemas.microsoft.com/office/powerpoint/2010/main" val="29093101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require more than one slide</a:t>
            </a:r>
          </a:p>
        </p:txBody>
      </p:sp>
      <p:sp>
        <p:nvSpPr>
          <p:cNvPr id="4" name="Slide Number Placeholder 3"/>
          <p:cNvSpPr>
            <a:spLocks noGrp="1"/>
          </p:cNvSpPr>
          <p:nvPr>
            <p:ph type="sldNum" sz="quarter" idx="10"/>
          </p:nvPr>
        </p:nvSpPr>
        <p:spPr/>
        <p:txBody>
          <a:bodyPr/>
          <a:lstStyle/>
          <a:p>
            <a:fld id="{7FB667E1-E601-4AAF-B95C-B25720D70A60}" type="slidenum">
              <a:rPr lang="en-US" smtClean="0"/>
              <a:pPr/>
              <a:t>4</a:t>
            </a:fld>
            <a:endParaRPr lang="en-US"/>
          </a:p>
        </p:txBody>
      </p:sp>
    </p:spTree>
    <p:extLst>
      <p:ext uri="{BB962C8B-B14F-4D97-AF65-F5344CB8AC3E}">
        <p14:creationId xmlns:p14="http://schemas.microsoft.com/office/powerpoint/2010/main" val="42658260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require more than one slide</a:t>
            </a:r>
          </a:p>
        </p:txBody>
      </p:sp>
      <p:sp>
        <p:nvSpPr>
          <p:cNvPr id="4" name="Slide Number Placeholder 3"/>
          <p:cNvSpPr>
            <a:spLocks noGrp="1"/>
          </p:cNvSpPr>
          <p:nvPr>
            <p:ph type="sldNum" sz="quarter" idx="10"/>
          </p:nvPr>
        </p:nvSpPr>
        <p:spPr/>
        <p:txBody>
          <a:bodyPr/>
          <a:lstStyle/>
          <a:p>
            <a:fld id="{7FB667E1-E601-4AAF-B95C-B25720D70A60}" type="slidenum">
              <a:rPr lang="en-US" smtClean="0"/>
              <a:pPr/>
              <a:t>5</a:t>
            </a:fld>
            <a:endParaRPr lang="en-US"/>
          </a:p>
        </p:txBody>
      </p:sp>
    </p:spTree>
    <p:extLst>
      <p:ext uri="{BB962C8B-B14F-4D97-AF65-F5344CB8AC3E}">
        <p14:creationId xmlns:p14="http://schemas.microsoft.com/office/powerpoint/2010/main" val="4265826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require more than one slide</a:t>
            </a:r>
          </a:p>
        </p:txBody>
      </p:sp>
      <p:sp>
        <p:nvSpPr>
          <p:cNvPr id="4" name="Slide Number Placeholder 3"/>
          <p:cNvSpPr>
            <a:spLocks noGrp="1"/>
          </p:cNvSpPr>
          <p:nvPr>
            <p:ph type="sldNum" sz="quarter" idx="10"/>
          </p:nvPr>
        </p:nvSpPr>
        <p:spPr/>
        <p:txBody>
          <a:bodyPr/>
          <a:lstStyle/>
          <a:p>
            <a:fld id="{7FB667E1-E601-4AAF-B95C-B25720D70A60}" type="slidenum">
              <a:rPr lang="en-US" smtClean="0"/>
              <a:pPr/>
              <a:t>8</a:t>
            </a:fld>
            <a:endParaRPr lang="en-US"/>
          </a:p>
        </p:txBody>
      </p:sp>
    </p:spTree>
    <p:extLst>
      <p:ext uri="{BB962C8B-B14F-4D97-AF65-F5344CB8AC3E}">
        <p14:creationId xmlns:p14="http://schemas.microsoft.com/office/powerpoint/2010/main" val="20151157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require more than one slide</a:t>
            </a:r>
          </a:p>
        </p:txBody>
      </p:sp>
      <p:sp>
        <p:nvSpPr>
          <p:cNvPr id="4" name="Slide Number Placeholder 3"/>
          <p:cNvSpPr>
            <a:spLocks noGrp="1"/>
          </p:cNvSpPr>
          <p:nvPr>
            <p:ph type="sldNum" sz="quarter" idx="10"/>
          </p:nvPr>
        </p:nvSpPr>
        <p:spPr/>
        <p:txBody>
          <a:bodyPr/>
          <a:lstStyle/>
          <a:p>
            <a:fld id="{7FB667E1-E601-4AAF-B95C-B25720D70A60}" type="slidenum">
              <a:rPr lang="en-US" smtClean="0"/>
              <a:pPr/>
              <a:t>9</a:t>
            </a:fld>
            <a:endParaRPr lang="en-US"/>
          </a:p>
        </p:txBody>
      </p:sp>
    </p:spTree>
    <p:extLst>
      <p:ext uri="{BB962C8B-B14F-4D97-AF65-F5344CB8AC3E}">
        <p14:creationId xmlns:p14="http://schemas.microsoft.com/office/powerpoint/2010/main" val="20151157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12</a:t>
            </a:fld>
            <a:endParaRPr lang="en-US"/>
          </a:p>
        </p:txBody>
      </p:sp>
    </p:spTree>
    <p:extLst>
      <p:ext uri="{BB962C8B-B14F-4D97-AF65-F5344CB8AC3E}">
        <p14:creationId xmlns:p14="http://schemas.microsoft.com/office/powerpoint/2010/main" val="5784147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13</a:t>
            </a:fld>
            <a:endParaRPr lang="en-US"/>
          </a:p>
        </p:txBody>
      </p:sp>
    </p:spTree>
    <p:extLst>
      <p:ext uri="{BB962C8B-B14F-4D97-AF65-F5344CB8AC3E}">
        <p14:creationId xmlns:p14="http://schemas.microsoft.com/office/powerpoint/2010/main" val="5784147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14</a:t>
            </a:fld>
            <a:endParaRPr lang="en-US"/>
          </a:p>
        </p:txBody>
      </p:sp>
    </p:spTree>
    <p:extLst>
      <p:ext uri="{BB962C8B-B14F-4D97-AF65-F5344CB8AC3E}">
        <p14:creationId xmlns:p14="http://schemas.microsoft.com/office/powerpoint/2010/main" val="5784147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15</a:t>
            </a:fld>
            <a:endParaRPr lang="en-US"/>
          </a:p>
        </p:txBody>
      </p:sp>
    </p:spTree>
    <p:extLst>
      <p:ext uri="{BB962C8B-B14F-4D97-AF65-F5344CB8AC3E}">
        <p14:creationId xmlns:p14="http://schemas.microsoft.com/office/powerpoint/2010/main" val="5784147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require more than one slide</a:t>
            </a:r>
          </a:p>
        </p:txBody>
      </p:sp>
      <p:sp>
        <p:nvSpPr>
          <p:cNvPr id="4" name="Slide Number Placeholder 3"/>
          <p:cNvSpPr>
            <a:spLocks noGrp="1"/>
          </p:cNvSpPr>
          <p:nvPr>
            <p:ph type="sldNum" sz="quarter" idx="10"/>
          </p:nvPr>
        </p:nvSpPr>
        <p:spPr/>
        <p:txBody>
          <a:bodyPr/>
          <a:lstStyle/>
          <a:p>
            <a:fld id="{7FB667E1-E601-4AAF-B95C-B25720D70A60}" type="slidenum">
              <a:rPr lang="en-US" smtClean="0"/>
              <a:pPr/>
              <a:t>18</a:t>
            </a:fld>
            <a:endParaRPr lang="en-US"/>
          </a:p>
        </p:txBody>
      </p:sp>
    </p:spTree>
    <p:extLst>
      <p:ext uri="{BB962C8B-B14F-4D97-AF65-F5344CB8AC3E}">
        <p14:creationId xmlns:p14="http://schemas.microsoft.com/office/powerpoint/2010/main" val="12149569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require more than one slide</a:t>
            </a:r>
          </a:p>
        </p:txBody>
      </p:sp>
      <p:sp>
        <p:nvSpPr>
          <p:cNvPr id="4" name="Slide Number Placeholder 3"/>
          <p:cNvSpPr>
            <a:spLocks noGrp="1"/>
          </p:cNvSpPr>
          <p:nvPr>
            <p:ph type="sldNum" sz="quarter" idx="10"/>
          </p:nvPr>
        </p:nvSpPr>
        <p:spPr/>
        <p:txBody>
          <a:bodyPr/>
          <a:lstStyle/>
          <a:p>
            <a:fld id="{7FB667E1-E601-4AAF-B95C-B25720D70A60}" type="slidenum">
              <a:rPr lang="en-US" smtClean="0"/>
              <a:pPr/>
              <a:t>19</a:t>
            </a:fld>
            <a:endParaRPr lang="en-US"/>
          </a:p>
        </p:txBody>
      </p:sp>
    </p:spTree>
    <p:extLst>
      <p:ext uri="{BB962C8B-B14F-4D97-AF65-F5344CB8AC3E}">
        <p14:creationId xmlns:p14="http://schemas.microsoft.com/office/powerpoint/2010/main" val="12149569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bwMode="ltGray">
          <a:xfrm>
            <a:off x="-2" y="4754880"/>
            <a:ext cx="12192002" cy="210312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a:ln>
                <a:noFill/>
              </a:ln>
              <a:solidFill>
                <a:prstClr val="white"/>
              </a:solidFill>
              <a:effectLst/>
              <a:uLnTx/>
              <a:uFillTx/>
              <a:latin typeface="Euphemia"/>
              <a:ea typeface="+mn-ea"/>
              <a:cs typeface="+mn-cs"/>
            </a:endParaRPr>
          </a:p>
        </p:txBody>
      </p:sp>
      <p:sp>
        <p:nvSpPr>
          <p:cNvPr id="6" name="Rectangle 5"/>
          <p:cNvSpPr/>
          <p:nvPr/>
        </p:nvSpPr>
        <p:spPr bwMode="white">
          <a:xfrm>
            <a:off x="-127" y="4724400"/>
            <a:ext cx="12188826" cy="76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523999" y="4800600"/>
            <a:ext cx="9144002" cy="1143000"/>
          </a:xfrm>
        </p:spPr>
        <p:txBody>
          <a:bodyPr anchor="b">
            <a:normAutofit/>
          </a:bodyPr>
          <a:lstStyle>
            <a:lvl1pPr algn="ctr">
              <a:defRPr sz="4800">
                <a:solidFill>
                  <a:schemeClr val="bg1"/>
                </a:solidFill>
              </a:defRPr>
            </a:lvl1pPr>
          </a:lstStyle>
          <a:p>
            <a:r>
              <a:rPr lang="en-US" smtClean="0"/>
              <a:t>Click to edit Master title style</a:t>
            </a:r>
            <a:endParaRPr/>
          </a:p>
        </p:txBody>
      </p:sp>
      <p:sp>
        <p:nvSpPr>
          <p:cNvPr id="3" name="Subtitle 2"/>
          <p:cNvSpPr>
            <a:spLocks noGrp="1"/>
          </p:cNvSpPr>
          <p:nvPr>
            <p:ph type="subTitle" idx="1"/>
          </p:nvPr>
        </p:nvSpPr>
        <p:spPr>
          <a:xfrm>
            <a:off x="1522413" y="5943600"/>
            <a:ext cx="9144002" cy="762000"/>
          </a:xfrm>
        </p:spPr>
        <p:txBody>
          <a:bodyPr>
            <a:normAutofit/>
          </a:bodyPr>
          <a:lstStyle>
            <a:lvl1pPr marL="0" indent="0" algn="ctr">
              <a:spcBef>
                <a:spcPts val="0"/>
              </a:spcBef>
              <a:buNone/>
              <a:defRPr sz="2000" cap="none" baseline="0">
                <a:solidFill>
                  <a:schemeClr val="bg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a:p>
        </p:txBody>
      </p:sp>
      <p:pic>
        <p:nvPicPr>
          <p:cNvPr id="1026" name="Picture 2" descr="D:\Users\Mohandas\AppData\Local\Microsoft\Windows\Temporary Internet Files\Content.Outlook\O8ZW7CZ1\company_logo (2).png"/>
          <p:cNvPicPr>
            <a:picLocks noChangeAspect="1" noChangeArrowheads="1"/>
          </p:cNvPicPr>
          <p:nvPr userDrawn="1"/>
        </p:nvPicPr>
        <p:blipFill>
          <a:blip r:embed="rId2"/>
          <a:srcRect/>
          <a:stretch>
            <a:fillRect/>
          </a:stretch>
        </p:blipFill>
        <p:spPr bwMode="auto">
          <a:xfrm>
            <a:off x="5029200" y="1066800"/>
            <a:ext cx="2095500" cy="2600325"/>
          </a:xfrm>
          <a:prstGeom prst="rect">
            <a:avLst/>
          </a:prstGeom>
          <a:noFill/>
        </p:spPr>
      </p:pic>
    </p:spTree>
    <p:extLst>
      <p:ext uri="{BB962C8B-B14F-4D97-AF65-F5344CB8AC3E}">
        <p14:creationId xmlns:p14="http://schemas.microsoft.com/office/powerpoint/2010/main" val="3382882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41120" y="685800"/>
            <a:ext cx="9509760" cy="1014984"/>
          </a:xfrm>
        </p:spPr>
        <p:txBody>
          <a:bodyPr/>
          <a:lstStyle/>
          <a:p>
            <a:r>
              <a:rPr lang="en-US" smtClean="0"/>
              <a:t>Click to edit Master title style</a:t>
            </a:r>
            <a:endParaRPr/>
          </a:p>
        </p:txBody>
      </p:sp>
      <p:sp>
        <p:nvSpPr>
          <p:cNvPr id="3" name="Content Placeholder 2"/>
          <p:cNvSpPr>
            <a:spLocks noGrp="1"/>
          </p:cNvSpPr>
          <p:nvPr>
            <p:ph idx="1"/>
          </p:nvPr>
        </p:nvSpPr>
        <p:spPr/>
        <p:txBody>
          <a:bodyPr/>
          <a:lstStyle>
            <a:lvl6pPr>
              <a:defRPr/>
            </a:lvl6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smtClean="0"/>
              <a:t>Indocosmo Systems Pvt. Ltd. All Rights Reserved</a:t>
            </a:r>
            <a:endParaRPr dirty="0"/>
          </a:p>
        </p:txBody>
      </p:sp>
      <p:sp>
        <p:nvSpPr>
          <p:cNvPr id="6" name="Slide Number Placeholder 5"/>
          <p:cNvSpPr>
            <a:spLocks noGrp="1"/>
          </p:cNvSpPr>
          <p:nvPr>
            <p:ph type="sldNum" sz="quarter" idx="12"/>
          </p:nvPr>
        </p:nvSpPr>
        <p:spPr/>
        <p:txBody>
          <a:bodyPr/>
          <a:lstStyle/>
          <a:p>
            <a:fld id="{CA8D9AD5-F248-4919-864A-CFD76CC027D6}" type="slidenum">
              <a:rPr/>
              <a:pPr/>
              <a:t>‹#›</a:t>
            </a:fld>
            <a:endParaRPr dirty="0"/>
          </a:p>
        </p:txBody>
      </p:sp>
      <p:pic>
        <p:nvPicPr>
          <p:cNvPr id="7" name="Picture 2"/>
          <p:cNvPicPr>
            <a:picLocks noChangeAspect="1" noChangeArrowheads="1"/>
          </p:cNvPicPr>
          <p:nvPr userDrawn="1"/>
        </p:nvPicPr>
        <p:blipFill>
          <a:blip r:embed="rId2"/>
          <a:srcRect/>
          <a:stretch>
            <a:fillRect/>
          </a:stretch>
        </p:blipFill>
        <p:spPr bwMode="auto">
          <a:xfrm>
            <a:off x="9067800" y="0"/>
            <a:ext cx="2105025" cy="561975"/>
          </a:xfrm>
          <a:prstGeom prst="rect">
            <a:avLst/>
          </a:prstGeom>
          <a:noFill/>
          <a:ln w="9525">
            <a:noFill/>
            <a:miter lim="800000"/>
            <a:headEnd/>
            <a:tailEnd/>
          </a:ln>
          <a:effectLst/>
        </p:spPr>
      </p:pic>
      <p:cxnSp>
        <p:nvCxnSpPr>
          <p:cNvPr id="8" name="Straight Connector 7"/>
          <p:cNvCxnSpPr/>
          <p:nvPr userDrawn="1"/>
        </p:nvCxnSpPr>
        <p:spPr>
          <a:xfrm>
            <a:off x="1371600" y="609600"/>
            <a:ext cx="9496425" cy="10885"/>
          </a:xfrm>
          <a:prstGeom prst="line">
            <a:avLst/>
          </a:prstGeom>
          <a:ln w="127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9342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7" name="Rectangle 6"/>
          <p:cNvSpPr/>
          <p:nvPr/>
        </p:nvSpPr>
        <p:spPr bwMode="ltGray">
          <a:xfrm>
            <a:off x="0" y="0"/>
            <a:ext cx="12188826" cy="45720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R="0" lvl="0" indent="0" algn="ctr" fontAlgn="auto">
              <a:lnSpc>
                <a:spcPct val="100000"/>
              </a:lnSpc>
              <a:spcBef>
                <a:spcPts val="0"/>
              </a:spcBef>
              <a:spcAft>
                <a:spcPts val="0"/>
              </a:spcAft>
              <a:buClrTx/>
              <a:buSzTx/>
              <a:buFontTx/>
              <a:buNone/>
              <a:tabLst/>
            </a:pPr>
            <a:endParaRPr kumimoji="0" b="0" i="0" u="none" strike="noStrike" kern="0" cap="none" spc="0" normalizeH="0" baseline="0">
              <a:ln>
                <a:noFill/>
              </a:ln>
              <a:solidFill>
                <a:prstClr val="white"/>
              </a:solidFill>
              <a:effectLst/>
              <a:uLnTx/>
              <a:uFillTx/>
              <a:latin typeface="Euphemia"/>
            </a:endParaRPr>
          </a:p>
        </p:txBody>
      </p:sp>
      <p:sp>
        <p:nvSpPr>
          <p:cNvPr id="8" name="Rectangle 7"/>
          <p:cNvSpPr/>
          <p:nvPr/>
        </p:nvSpPr>
        <p:spPr bwMode="white">
          <a:xfrm>
            <a:off x="-1" y="411480"/>
            <a:ext cx="12188826" cy="457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524000" y="1143000"/>
            <a:ext cx="9144000" cy="2667000"/>
          </a:xfrm>
        </p:spPr>
        <p:txBody>
          <a:bodyPr anchor="b">
            <a:normAutofit/>
          </a:bodyPr>
          <a:lstStyle>
            <a:lvl1pPr algn="ctr">
              <a:defRPr sz="5200" b="0"/>
            </a:lvl1pPr>
          </a:lstStyle>
          <a:p>
            <a:r>
              <a:rPr lang="en-US" smtClean="0"/>
              <a:t>Click to edit Master title style</a:t>
            </a:r>
            <a:endParaRPr/>
          </a:p>
        </p:txBody>
      </p:sp>
      <p:sp>
        <p:nvSpPr>
          <p:cNvPr id="3" name="Text Placeholder 2"/>
          <p:cNvSpPr>
            <a:spLocks noGrp="1"/>
          </p:cNvSpPr>
          <p:nvPr>
            <p:ph type="body" idx="1"/>
          </p:nvPr>
        </p:nvSpPr>
        <p:spPr>
          <a:xfrm>
            <a:off x="1524000" y="3810000"/>
            <a:ext cx="9144000" cy="1143000"/>
          </a:xfrm>
        </p:spPr>
        <p:txBody>
          <a:bodyPr anchor="t">
            <a:normAutofit/>
          </a:bodyPr>
          <a:lstStyle>
            <a:lvl1pPr marL="0" indent="0" algn="ctr">
              <a:spcBef>
                <a:spcPts val="0"/>
              </a:spcBef>
              <a:buNone/>
              <a:defRPr sz="2400" cap="none"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Footer Placeholder 4"/>
          <p:cNvSpPr>
            <a:spLocks noGrp="1"/>
          </p:cNvSpPr>
          <p:nvPr>
            <p:ph type="ftr" sz="quarter" idx="11"/>
          </p:nvPr>
        </p:nvSpPr>
        <p:spPr/>
        <p:txBody>
          <a:bodyPr/>
          <a:lstStyle/>
          <a:p>
            <a:r>
              <a:rPr lang="en-US" smtClean="0"/>
              <a:t>Indocosmo Systems Pvt. Ltd. All Rights Reserved</a:t>
            </a:r>
            <a:endParaRPr/>
          </a:p>
        </p:txBody>
      </p:sp>
      <p:sp>
        <p:nvSpPr>
          <p:cNvPr id="6" name="Slide Number Placeholder 5"/>
          <p:cNvSpPr>
            <a:spLocks noGrp="1"/>
          </p:cNvSpPr>
          <p:nvPr>
            <p:ph type="sldNum" sz="quarter" idx="12"/>
          </p:nvPr>
        </p:nvSpPr>
        <p:spPr/>
        <p:txBody>
          <a:bodyPr/>
          <a:lstStyle/>
          <a:p>
            <a:fld id="{CA8D9AD5-F248-4919-864A-CFD76CC027D6}" type="slidenum">
              <a:rPr/>
              <a:pPr/>
              <a:t>‹#›</a:t>
            </a:fld>
            <a:endParaRPr/>
          </a:p>
        </p:txBody>
      </p:sp>
    </p:spTree>
    <p:extLst>
      <p:ext uri="{BB962C8B-B14F-4D97-AF65-F5344CB8AC3E}">
        <p14:creationId xmlns:p14="http://schemas.microsoft.com/office/powerpoint/2010/main" val="27158437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Alternate 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524000" y="1143000"/>
            <a:ext cx="9144000" cy="2667000"/>
          </a:xfrm>
        </p:spPr>
        <p:txBody>
          <a:bodyPr anchor="b">
            <a:normAutofit/>
          </a:bodyPr>
          <a:lstStyle>
            <a:lvl1pPr algn="ctr">
              <a:defRPr sz="5200" b="0">
                <a:solidFill>
                  <a:schemeClr val="tx1"/>
                </a:solidFill>
              </a:defRPr>
            </a:lvl1pPr>
          </a:lstStyle>
          <a:p>
            <a:r>
              <a:rPr lang="en-US" smtClean="0"/>
              <a:t>Click to edit Master title style</a:t>
            </a:r>
            <a:endParaRPr/>
          </a:p>
        </p:txBody>
      </p:sp>
      <p:sp>
        <p:nvSpPr>
          <p:cNvPr id="3" name="Text Placeholder 2"/>
          <p:cNvSpPr>
            <a:spLocks noGrp="1"/>
          </p:cNvSpPr>
          <p:nvPr>
            <p:ph type="body" idx="1"/>
          </p:nvPr>
        </p:nvSpPr>
        <p:spPr>
          <a:xfrm>
            <a:off x="1522413" y="3810000"/>
            <a:ext cx="9144000" cy="1143000"/>
          </a:xfrm>
        </p:spPr>
        <p:txBody>
          <a:bodyPr anchor="t">
            <a:normAutofit/>
          </a:bodyPr>
          <a:lstStyle>
            <a:lvl1pPr marL="0" indent="0" algn="ctr">
              <a:spcBef>
                <a:spcPts val="0"/>
              </a:spcBef>
              <a:buNone/>
              <a:defRPr sz="2400" cap="none" baseline="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Footer Placeholder 4"/>
          <p:cNvSpPr>
            <a:spLocks noGrp="1"/>
          </p:cNvSpPr>
          <p:nvPr>
            <p:ph type="ftr" sz="quarter" idx="11"/>
          </p:nvPr>
        </p:nvSpPr>
        <p:spPr/>
        <p:txBody>
          <a:bodyPr/>
          <a:lstStyle>
            <a:lvl1pPr>
              <a:defRPr>
                <a:solidFill>
                  <a:schemeClr val="tx2"/>
                </a:solidFill>
              </a:defRPr>
            </a:lvl1pPr>
          </a:lstStyle>
          <a:p>
            <a:r>
              <a:rPr lang="en-US" smtClean="0"/>
              <a:t>Indocosmo Systems Pvt. Ltd. All Rights Reserved</a:t>
            </a:r>
            <a:endParaRPr/>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CA8D9AD5-F248-4919-864A-CFD76CC027D6}" type="slidenum">
              <a:rPr/>
              <a:pPr/>
              <a:t>‹#›</a:t>
            </a:fld>
            <a:endParaRPr/>
          </a:p>
        </p:txBody>
      </p:sp>
    </p:spTree>
    <p:extLst>
      <p:ext uri="{BB962C8B-B14F-4D97-AF65-F5344CB8AC3E}">
        <p14:creationId xmlns:p14="http://schemas.microsoft.com/office/powerpoint/2010/main" val="28043280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341120" y="1901952"/>
            <a:ext cx="4572000" cy="4123944"/>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278880" y="1901952"/>
            <a:ext cx="4572000" cy="4123944"/>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Footer Placeholder 5"/>
          <p:cNvSpPr>
            <a:spLocks noGrp="1"/>
          </p:cNvSpPr>
          <p:nvPr>
            <p:ph type="ftr" sz="quarter" idx="11"/>
          </p:nvPr>
        </p:nvSpPr>
        <p:spPr/>
        <p:txBody>
          <a:bodyPr/>
          <a:lstStyle/>
          <a:p>
            <a:r>
              <a:rPr lang="en-US" smtClean="0"/>
              <a:t>Indocosmo Systems Pvt. Ltd. All Rights Reserved</a:t>
            </a:r>
            <a:endParaRPr/>
          </a:p>
        </p:txBody>
      </p:sp>
      <p:sp>
        <p:nvSpPr>
          <p:cNvPr id="7" name="Slide Number Placeholder 6"/>
          <p:cNvSpPr>
            <a:spLocks noGrp="1"/>
          </p:cNvSpPr>
          <p:nvPr>
            <p:ph type="sldNum" sz="quarter" idx="12"/>
          </p:nvPr>
        </p:nvSpPr>
        <p:spPr/>
        <p:txBody>
          <a:bodyPr/>
          <a:lstStyle/>
          <a:p>
            <a:fld id="{A0ECE5F2-81AA-4605-B028-6FBA391056AF}" type="slidenum">
              <a:rPr/>
              <a:pPr/>
              <a:t>‹#›</a:t>
            </a:fld>
            <a:endParaRPr/>
          </a:p>
        </p:txBody>
      </p:sp>
    </p:spTree>
    <p:extLst>
      <p:ext uri="{BB962C8B-B14F-4D97-AF65-F5344CB8AC3E}">
        <p14:creationId xmlns:p14="http://schemas.microsoft.com/office/powerpoint/2010/main" val="3117078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41120" y="466344"/>
            <a:ext cx="9509760" cy="1234440"/>
          </a:xfrm>
        </p:spPr>
        <p:txBody>
          <a:bodyPr/>
          <a:lstStyle/>
          <a:p>
            <a:r>
              <a:rPr lang="en-US" smtClean="0"/>
              <a:t>Click to edit Master title style</a:t>
            </a:r>
            <a:endParaRPr/>
          </a:p>
        </p:txBody>
      </p:sp>
      <p:sp>
        <p:nvSpPr>
          <p:cNvPr id="3" name="Text Placeholder 2"/>
          <p:cNvSpPr>
            <a:spLocks noGrp="1"/>
          </p:cNvSpPr>
          <p:nvPr>
            <p:ph type="body" idx="1"/>
          </p:nvPr>
        </p:nvSpPr>
        <p:spPr>
          <a:xfrm>
            <a:off x="1341120" y="1837464"/>
            <a:ext cx="4572000" cy="766588"/>
          </a:xfrm>
        </p:spPr>
        <p:txBody>
          <a:bodyPr anchor="ctr">
            <a:normAutofit/>
          </a:bodyPr>
          <a:lstStyle>
            <a:lvl1pPr marL="0" indent="0">
              <a:spcBef>
                <a:spcPts val="0"/>
              </a:spcBef>
              <a:buNone/>
              <a:defRPr sz="22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341120" y="2740732"/>
            <a:ext cx="4572000" cy="3288847"/>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278880" y="1837464"/>
            <a:ext cx="4572000" cy="766588"/>
          </a:xfrm>
        </p:spPr>
        <p:txBody>
          <a:bodyPr anchor="ctr">
            <a:normAutofit/>
          </a:bodyPr>
          <a:lstStyle>
            <a:lvl1pPr marL="0" indent="0">
              <a:spcBef>
                <a:spcPts val="0"/>
              </a:spcBef>
              <a:buNone/>
              <a:defRPr sz="22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78880" y="2740732"/>
            <a:ext cx="4572000" cy="3288847"/>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Footer Placeholder 7"/>
          <p:cNvSpPr>
            <a:spLocks noGrp="1"/>
          </p:cNvSpPr>
          <p:nvPr>
            <p:ph type="ftr" sz="quarter" idx="11"/>
          </p:nvPr>
        </p:nvSpPr>
        <p:spPr/>
        <p:txBody>
          <a:bodyPr/>
          <a:lstStyle/>
          <a:p>
            <a:r>
              <a:rPr lang="en-US" smtClean="0"/>
              <a:t>Indocosmo Systems Pvt. Ltd. All Rights Reserved</a:t>
            </a:r>
            <a:endParaRPr/>
          </a:p>
        </p:txBody>
      </p:sp>
      <p:sp>
        <p:nvSpPr>
          <p:cNvPr id="9" name="Slide Number Placeholder 8"/>
          <p:cNvSpPr>
            <a:spLocks noGrp="1"/>
          </p:cNvSpPr>
          <p:nvPr>
            <p:ph type="sldNum" sz="quarter" idx="12"/>
          </p:nvPr>
        </p:nvSpPr>
        <p:spPr/>
        <p:txBody>
          <a:bodyPr/>
          <a:lstStyle/>
          <a:p>
            <a:fld id="{CA8D9AD5-F248-4919-864A-CFD76CC027D6}" type="slidenum">
              <a:rPr/>
              <a:pPr/>
              <a:t>‹#›</a:t>
            </a:fld>
            <a:endParaRPr/>
          </a:p>
        </p:txBody>
      </p:sp>
    </p:spTree>
    <p:extLst>
      <p:ext uri="{BB962C8B-B14F-4D97-AF65-F5344CB8AC3E}">
        <p14:creationId xmlns:p14="http://schemas.microsoft.com/office/powerpoint/2010/main" val="4057080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4" name="Footer Placeholder 3"/>
          <p:cNvSpPr>
            <a:spLocks noGrp="1"/>
          </p:cNvSpPr>
          <p:nvPr>
            <p:ph type="ftr" sz="quarter" idx="11"/>
          </p:nvPr>
        </p:nvSpPr>
        <p:spPr/>
        <p:txBody>
          <a:bodyPr/>
          <a:lstStyle/>
          <a:p>
            <a:r>
              <a:rPr lang="en-US" smtClean="0"/>
              <a:t>Indocosmo Systems Pvt. Ltd. All Rights Reserved</a:t>
            </a:r>
            <a:endParaRPr/>
          </a:p>
        </p:txBody>
      </p:sp>
      <p:sp>
        <p:nvSpPr>
          <p:cNvPr id="5" name="Slide Number Placeholder 4"/>
          <p:cNvSpPr>
            <a:spLocks noGrp="1"/>
          </p:cNvSpPr>
          <p:nvPr>
            <p:ph type="sldNum" sz="quarter" idx="12"/>
          </p:nvPr>
        </p:nvSpPr>
        <p:spPr/>
        <p:txBody>
          <a:bodyPr/>
          <a:lstStyle/>
          <a:p>
            <a:fld id="{CA8D9AD5-F248-4919-864A-CFD76CC027D6}" type="slidenum">
              <a:rPr/>
              <a:pPr/>
              <a:t>‹#›</a:t>
            </a:fld>
            <a:endParaRPr/>
          </a:p>
        </p:txBody>
      </p:sp>
    </p:spTree>
    <p:extLst>
      <p:ext uri="{BB962C8B-B14F-4D97-AF65-F5344CB8AC3E}">
        <p14:creationId xmlns:p14="http://schemas.microsoft.com/office/powerpoint/2010/main" val="842011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lvl1pPr>
              <a:defRPr>
                <a:solidFill>
                  <a:schemeClr val="tx2"/>
                </a:solidFill>
              </a:defRPr>
            </a:lvl1pPr>
          </a:lstStyle>
          <a:p>
            <a:r>
              <a:rPr lang="en-US" smtClean="0"/>
              <a:t>Indocosmo Systems Pvt. Ltd. All Rights Reserved</a:t>
            </a:r>
            <a:endParaRPr/>
          </a:p>
        </p:txBody>
      </p:sp>
      <p:sp>
        <p:nvSpPr>
          <p:cNvPr id="4" name="Slide Number Placeholder 3"/>
          <p:cNvSpPr>
            <a:spLocks noGrp="1"/>
          </p:cNvSpPr>
          <p:nvPr>
            <p:ph type="sldNum" sz="quarter" idx="12"/>
          </p:nvPr>
        </p:nvSpPr>
        <p:spPr/>
        <p:txBody>
          <a:bodyPr/>
          <a:lstStyle>
            <a:lvl1pPr>
              <a:defRPr>
                <a:solidFill>
                  <a:schemeClr val="tx2"/>
                </a:solidFill>
              </a:defRPr>
            </a:lvl1pPr>
          </a:lstStyle>
          <a:p>
            <a:fld id="{CA8D9AD5-F248-4919-864A-CFD76CC027D6}" type="slidenum">
              <a:rPr/>
              <a:pPr/>
              <a:t>‹#›</a:t>
            </a:fld>
            <a:endParaRPr/>
          </a:p>
        </p:txBody>
      </p:sp>
    </p:spTree>
    <p:extLst>
      <p:ext uri="{BB962C8B-B14F-4D97-AF65-F5344CB8AC3E}">
        <p14:creationId xmlns:p14="http://schemas.microsoft.com/office/powerpoint/2010/main" val="2559003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60412" y="2362200"/>
            <a:ext cx="3200400" cy="1990725"/>
          </a:xfrm>
        </p:spPr>
        <p:txBody>
          <a:bodyPr anchor="b">
            <a:normAutofit/>
          </a:bodyPr>
          <a:lstStyle>
            <a:lvl1pPr>
              <a:defRPr sz="3400" b="0"/>
            </a:lvl1pPr>
          </a:lstStyle>
          <a:p>
            <a:r>
              <a:rPr lang="en-US" smtClean="0"/>
              <a:t>Click to edit Master title style</a:t>
            </a:r>
            <a:endParaRPr/>
          </a:p>
        </p:txBody>
      </p:sp>
      <p:sp>
        <p:nvSpPr>
          <p:cNvPr id="4" name="Text Placeholder 3"/>
          <p:cNvSpPr>
            <a:spLocks noGrp="1"/>
          </p:cNvSpPr>
          <p:nvPr>
            <p:ph type="body" sz="half" idx="2"/>
          </p:nvPr>
        </p:nvSpPr>
        <p:spPr>
          <a:xfrm>
            <a:off x="760412" y="4367308"/>
            <a:ext cx="3200400" cy="1622012"/>
          </a:xfrm>
        </p:spPr>
        <p:txBody>
          <a:bodyPr>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Content Placeholder 2"/>
          <p:cNvSpPr>
            <a:spLocks noGrp="1"/>
          </p:cNvSpPr>
          <p:nvPr>
            <p:ph idx="1"/>
          </p:nvPr>
        </p:nvSpPr>
        <p:spPr>
          <a:xfrm>
            <a:off x="4494212" y="685800"/>
            <a:ext cx="7239001" cy="54864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Footer Placeholder 5"/>
          <p:cNvSpPr>
            <a:spLocks noGrp="1"/>
          </p:cNvSpPr>
          <p:nvPr>
            <p:ph type="ftr" sz="quarter" idx="11"/>
          </p:nvPr>
        </p:nvSpPr>
        <p:spPr/>
        <p:txBody>
          <a:bodyPr/>
          <a:lstStyle/>
          <a:p>
            <a:r>
              <a:rPr lang="en-US" smtClean="0"/>
              <a:t>Indocosmo Systems Pvt. Ltd. All Rights Reserved</a:t>
            </a:r>
            <a:endParaRPr/>
          </a:p>
        </p:txBody>
      </p:sp>
      <p:sp>
        <p:nvSpPr>
          <p:cNvPr id="5" name="Date Placeholder 4"/>
          <p:cNvSpPr>
            <a:spLocks noGrp="1"/>
          </p:cNvSpPr>
          <p:nvPr>
            <p:ph type="dt" sz="half" idx="10"/>
          </p:nvPr>
        </p:nvSpPr>
        <p:spPr/>
        <p:txBody>
          <a:bodyPr/>
          <a:lstStyle/>
          <a:p>
            <a:fld id="{D4ABB286-16C3-4783-AA2A-B9EBBA081DDE}" type="datetime1">
              <a:rPr lang="en-US" smtClean="0"/>
              <a:pPr/>
              <a:t>8/14/2019</a:t>
            </a:fld>
            <a:endParaRPr/>
          </a:p>
        </p:txBody>
      </p:sp>
      <p:sp>
        <p:nvSpPr>
          <p:cNvPr id="7" name="Slide Number Placeholder 6"/>
          <p:cNvSpPr>
            <a:spLocks noGrp="1"/>
          </p:cNvSpPr>
          <p:nvPr>
            <p:ph type="sldNum" sz="quarter" idx="12"/>
          </p:nvPr>
        </p:nvSpPr>
        <p:spPr/>
        <p:txBody>
          <a:bodyPr/>
          <a:lstStyle/>
          <a:p>
            <a:fld id="{CA8D9AD5-F248-4919-864A-CFD76CC027D6}" type="slidenum">
              <a:rPr/>
              <a:pPr/>
              <a:t>‹#›</a:t>
            </a:fld>
            <a:endParaRPr/>
          </a:p>
        </p:txBody>
      </p:sp>
    </p:spTree>
    <p:extLst>
      <p:ext uri="{BB962C8B-B14F-4D97-AF65-F5344CB8AC3E}">
        <p14:creationId xmlns:p14="http://schemas.microsoft.com/office/powerpoint/2010/main" val="1435946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reserve="1">
  <p:cSld name="Alternate Content with Caption">
    <p:spTree>
      <p:nvGrpSpPr>
        <p:cNvPr id="1" name=""/>
        <p:cNvGrpSpPr/>
        <p:nvPr/>
      </p:nvGrpSpPr>
      <p:grpSpPr>
        <a:xfrm>
          <a:off x="0" y="0"/>
          <a:ext cx="0" cy="0"/>
          <a:chOff x="0" y="0"/>
          <a:chExt cx="0" cy="0"/>
        </a:xfrm>
      </p:grpSpPr>
      <p:sp>
        <p:nvSpPr>
          <p:cNvPr id="8" name="Rectangle 7"/>
          <p:cNvSpPr/>
          <p:nvPr/>
        </p:nvSpPr>
        <p:spPr bwMode="ltGray">
          <a:xfrm>
            <a:off x="0" y="0"/>
            <a:ext cx="4873752" cy="685800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a:ln>
                <a:noFill/>
              </a:ln>
              <a:solidFill>
                <a:prstClr val="white"/>
              </a:solidFill>
              <a:effectLst/>
              <a:uLnTx/>
              <a:uFillTx/>
              <a:latin typeface="Euphemia"/>
              <a:ea typeface="+mn-ea"/>
              <a:cs typeface="+mn-cs"/>
            </a:endParaRPr>
          </a:p>
        </p:txBody>
      </p:sp>
      <p:sp>
        <p:nvSpPr>
          <p:cNvPr id="2" name="Title 1"/>
          <p:cNvSpPr>
            <a:spLocks noGrp="1"/>
          </p:cNvSpPr>
          <p:nvPr>
            <p:ph type="title"/>
          </p:nvPr>
        </p:nvSpPr>
        <p:spPr>
          <a:xfrm>
            <a:off x="760412" y="2362200"/>
            <a:ext cx="3200400" cy="1990725"/>
          </a:xfrm>
        </p:spPr>
        <p:txBody>
          <a:bodyPr anchor="b">
            <a:normAutofit/>
          </a:bodyPr>
          <a:lstStyle>
            <a:lvl1pPr>
              <a:defRPr sz="34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760412" y="4367308"/>
            <a:ext cx="3200400" cy="1622012"/>
          </a:xfrm>
        </p:spPr>
        <p:txBody>
          <a:bodyPr>
            <a:normAutofit/>
          </a:bodyPr>
          <a:lstStyle>
            <a:lvl1pPr marL="0" indent="0">
              <a:spcBef>
                <a:spcPts val="1200"/>
              </a:spcBef>
              <a:buNone/>
              <a:defRPr sz="16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Content Placeholder 2"/>
          <p:cNvSpPr>
            <a:spLocks noGrp="1"/>
          </p:cNvSpPr>
          <p:nvPr>
            <p:ph idx="1"/>
          </p:nvPr>
        </p:nvSpPr>
        <p:spPr>
          <a:xfrm>
            <a:off x="5362892" y="685800"/>
            <a:ext cx="6370320" cy="54864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Footer Placeholder 5"/>
          <p:cNvSpPr>
            <a:spLocks noGrp="1"/>
          </p:cNvSpPr>
          <p:nvPr>
            <p:ph type="ftr" sz="quarter" idx="11"/>
          </p:nvPr>
        </p:nvSpPr>
        <p:spPr/>
        <p:txBody>
          <a:bodyPr/>
          <a:lstStyle/>
          <a:p>
            <a:r>
              <a:rPr lang="en-US" smtClean="0"/>
              <a:t>Indocosmo Systems Pvt. Ltd. All Rights Reserved</a:t>
            </a:r>
            <a:endParaRPr/>
          </a:p>
        </p:txBody>
      </p:sp>
      <p:sp>
        <p:nvSpPr>
          <p:cNvPr id="5" name="Date Placeholder 4"/>
          <p:cNvSpPr>
            <a:spLocks noGrp="1"/>
          </p:cNvSpPr>
          <p:nvPr>
            <p:ph type="dt" sz="half" idx="10"/>
          </p:nvPr>
        </p:nvSpPr>
        <p:spPr/>
        <p:txBody>
          <a:bodyPr/>
          <a:lstStyle>
            <a:lvl1pPr>
              <a:defRPr>
                <a:solidFill>
                  <a:schemeClr val="tx2"/>
                </a:solidFill>
              </a:defRPr>
            </a:lvl1pPr>
          </a:lstStyle>
          <a:p>
            <a:fld id="{4A3DC464-E8E0-435A-8721-5808739BC53E}" type="datetime1">
              <a:rPr lang="en-US" smtClean="0"/>
              <a:pPr/>
              <a:t>8/14/2019</a:t>
            </a:fld>
            <a:endParaRP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A8D9AD5-F248-4919-864A-CFD76CC027D6}" type="slidenum">
              <a:rPr/>
              <a:pPr/>
              <a:t>‹#›</a:t>
            </a:fld>
            <a:endParaRPr/>
          </a:p>
        </p:txBody>
      </p:sp>
    </p:spTree>
    <p:extLst>
      <p:ext uri="{BB962C8B-B14F-4D97-AF65-F5344CB8AC3E}">
        <p14:creationId xmlns:p14="http://schemas.microsoft.com/office/powerpoint/2010/main" val="376930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userDrawn="1"/>
        </p:nvSpPr>
        <p:spPr bwMode="ltGray">
          <a:xfrm>
            <a:off x="7315200" y="0"/>
            <a:ext cx="4873752" cy="685800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a:ln>
                <a:noFill/>
              </a:ln>
              <a:solidFill>
                <a:prstClr val="white"/>
              </a:solidFill>
              <a:effectLst/>
              <a:uLnTx/>
              <a:uFillTx/>
              <a:latin typeface="Euphemia"/>
              <a:ea typeface="+mn-ea"/>
              <a:cs typeface="+mn-cs"/>
            </a:endParaRPr>
          </a:p>
        </p:txBody>
      </p:sp>
      <p:sp>
        <p:nvSpPr>
          <p:cNvPr id="2" name="Title 1"/>
          <p:cNvSpPr>
            <a:spLocks noGrp="1"/>
          </p:cNvSpPr>
          <p:nvPr>
            <p:ph type="title"/>
          </p:nvPr>
        </p:nvSpPr>
        <p:spPr>
          <a:xfrm>
            <a:off x="7923214" y="2362200"/>
            <a:ext cx="3200400" cy="1993392"/>
          </a:xfrm>
        </p:spPr>
        <p:txBody>
          <a:bodyPr anchor="b">
            <a:normAutofit/>
          </a:bodyPr>
          <a:lstStyle>
            <a:lvl1pPr>
              <a:defRPr sz="3400" b="0">
                <a:solidFill>
                  <a:schemeClr val="bg1"/>
                </a:solidFill>
              </a:defRPr>
            </a:lvl1pPr>
          </a:lstStyle>
          <a:p>
            <a:r>
              <a:rPr lang="en-US" smtClean="0"/>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0" y="0"/>
            <a:ext cx="7315200" cy="6858000"/>
          </a:xfrm>
          <a:solidFill>
            <a:schemeClr val="bg2">
              <a:lumMod val="90000"/>
            </a:schemeClr>
          </a:solidFill>
        </p:spPr>
        <p:txBody>
          <a:bodyPr/>
          <a:lstStyle>
            <a:lvl1pPr marL="0" indent="0" algn="ctr">
              <a:buNone/>
              <a:defRPr sz="320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a:xfrm>
            <a:off x="7923214" y="4355592"/>
            <a:ext cx="3200400" cy="1644614"/>
          </a:xfrm>
        </p:spPr>
        <p:txBody>
          <a:bodyPr>
            <a:normAutofit/>
          </a:bodyPr>
          <a:lstStyle>
            <a:lvl1pPr marL="0" indent="0">
              <a:spcBef>
                <a:spcPts val="1200"/>
              </a:spcBef>
              <a:buNone/>
              <a:defRPr sz="16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smtClean="0"/>
              <a:t>Indocosmo Systems Pvt. Ltd. All Rights Reserved</a:t>
            </a:r>
            <a:endParaRPr/>
          </a:p>
        </p:txBody>
      </p:sp>
      <p:sp>
        <p:nvSpPr>
          <p:cNvPr id="7" name="Slide Number Placeholder 6"/>
          <p:cNvSpPr>
            <a:spLocks noGrp="1"/>
          </p:cNvSpPr>
          <p:nvPr>
            <p:ph type="sldNum" sz="quarter" idx="12"/>
          </p:nvPr>
        </p:nvSpPr>
        <p:spPr/>
        <p:txBody>
          <a:bodyPr/>
          <a:lstStyle/>
          <a:p>
            <a:fld id="{CA8D9AD5-F248-4919-864A-CFD76CC027D6}" type="slidenum">
              <a:rPr/>
              <a:pPr/>
              <a:t>‹#›</a:t>
            </a:fld>
            <a:endParaRPr/>
          </a:p>
        </p:txBody>
      </p:sp>
    </p:spTree>
    <p:extLst>
      <p:ext uri="{BB962C8B-B14F-4D97-AF65-F5344CB8AC3E}">
        <p14:creationId xmlns:p14="http://schemas.microsoft.com/office/powerpoint/2010/main" val="1371734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smtClean="0"/>
              <a:t>Indocosmo Systems Pvt. Ltd. All Rights Reserved</a:t>
            </a:r>
            <a:endParaRPr/>
          </a:p>
        </p:txBody>
      </p:sp>
      <p:sp>
        <p:nvSpPr>
          <p:cNvPr id="6" name="Slide Number Placeholder 5"/>
          <p:cNvSpPr>
            <a:spLocks noGrp="1"/>
          </p:cNvSpPr>
          <p:nvPr>
            <p:ph type="sldNum" sz="quarter" idx="12"/>
          </p:nvPr>
        </p:nvSpPr>
        <p:spPr/>
        <p:txBody>
          <a:bodyPr/>
          <a:lstStyle/>
          <a:p>
            <a:fld id="{CA8D9AD5-F248-4919-864A-CFD76CC027D6}" type="slidenum">
              <a:rPr/>
              <a:pPr/>
              <a:t>‹#›</a:t>
            </a:fld>
            <a:endParaRPr/>
          </a:p>
        </p:txBody>
      </p:sp>
    </p:spTree>
    <p:extLst>
      <p:ext uri="{BB962C8B-B14F-4D97-AF65-F5344CB8AC3E}">
        <p14:creationId xmlns:p14="http://schemas.microsoft.com/office/powerpoint/2010/main" val="3338572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274638"/>
            <a:ext cx="2628900" cy="5897562"/>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838200" y="274638"/>
            <a:ext cx="7734300" cy="58975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smtClean="0"/>
              <a:t>Indocosmo Systems Pvt. Ltd. All Rights Reserved</a:t>
            </a:r>
            <a:endParaRPr/>
          </a:p>
        </p:txBody>
      </p:sp>
      <p:sp>
        <p:nvSpPr>
          <p:cNvPr id="6" name="Slide Number Placeholder 5"/>
          <p:cNvSpPr>
            <a:spLocks noGrp="1"/>
          </p:cNvSpPr>
          <p:nvPr>
            <p:ph type="sldNum" sz="quarter" idx="12"/>
          </p:nvPr>
        </p:nvSpPr>
        <p:spPr/>
        <p:txBody>
          <a:bodyPr/>
          <a:lstStyle/>
          <a:p>
            <a:fld id="{CA8D9AD5-F248-4919-864A-CFD76CC027D6}" type="slidenum">
              <a:rPr/>
              <a:pPr/>
              <a:t>‹#›</a:t>
            </a:fld>
            <a:endParaRPr/>
          </a:p>
        </p:txBody>
      </p:sp>
    </p:spTree>
    <p:extLst>
      <p:ext uri="{BB962C8B-B14F-4D97-AF65-F5344CB8AC3E}">
        <p14:creationId xmlns:p14="http://schemas.microsoft.com/office/powerpoint/2010/main" val="2751558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bwMode="ltGray">
          <a:xfrm>
            <a:off x="1587" y="6553200"/>
            <a:ext cx="12188826" cy="30480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R="0" lvl="0" indent="0" algn="ctr" fontAlgn="auto">
              <a:lnSpc>
                <a:spcPct val="100000"/>
              </a:lnSpc>
              <a:spcBef>
                <a:spcPts val="0"/>
              </a:spcBef>
              <a:spcAft>
                <a:spcPts val="0"/>
              </a:spcAft>
              <a:buClrTx/>
              <a:buSzTx/>
              <a:buFontTx/>
              <a:buNone/>
              <a:tabLst/>
            </a:pPr>
            <a:endParaRPr kumimoji="0" b="0" i="0" u="none" strike="noStrike" kern="0" cap="none" spc="0" normalizeH="0" baseline="0">
              <a:ln>
                <a:noFill/>
              </a:ln>
              <a:solidFill>
                <a:prstClr val="white"/>
              </a:solidFill>
              <a:effectLst/>
              <a:uLnTx/>
              <a:uFillTx/>
              <a:latin typeface="Euphemia"/>
            </a:endParaRPr>
          </a:p>
        </p:txBody>
      </p:sp>
      <p:sp>
        <p:nvSpPr>
          <p:cNvPr id="2" name="Title Placeholder 1"/>
          <p:cNvSpPr>
            <a:spLocks noGrp="1"/>
          </p:cNvSpPr>
          <p:nvPr>
            <p:ph type="title"/>
          </p:nvPr>
        </p:nvSpPr>
        <p:spPr>
          <a:xfrm>
            <a:off x="1341120" y="467360"/>
            <a:ext cx="9509760" cy="1233424"/>
          </a:xfrm>
          <a:prstGeom prst="rect">
            <a:avLst/>
          </a:prstGeom>
        </p:spPr>
        <p:txBody>
          <a:bodyPr vert="horz" lIns="91440" tIns="45720" rIns="91440" bIns="45720" rtlCol="0" anchor="b">
            <a:normAutofit/>
          </a:bodyPr>
          <a:lstStyle/>
          <a:p>
            <a:r>
              <a:rPr lang="en-US" smtClean="0"/>
              <a:t>Click to edit Master title style</a:t>
            </a:r>
            <a:endParaRPr/>
          </a:p>
        </p:txBody>
      </p:sp>
      <p:sp>
        <p:nvSpPr>
          <p:cNvPr id="3" name="Text Placeholder 2"/>
          <p:cNvSpPr>
            <a:spLocks noGrp="1"/>
          </p:cNvSpPr>
          <p:nvPr>
            <p:ph type="body" idx="1"/>
          </p:nvPr>
        </p:nvSpPr>
        <p:spPr>
          <a:xfrm>
            <a:off x="1341120" y="1901952"/>
            <a:ext cx="9509760" cy="412762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3"/>
          </p:nvPr>
        </p:nvSpPr>
        <p:spPr>
          <a:xfrm>
            <a:off x="1341120" y="6601968"/>
            <a:ext cx="7159752" cy="237744"/>
          </a:xfrm>
          <a:prstGeom prst="rect">
            <a:avLst/>
          </a:prstGeom>
        </p:spPr>
        <p:txBody>
          <a:bodyPr vert="horz" lIns="91440" tIns="45720" rIns="91440" bIns="45720" rtlCol="0" anchor="ctr"/>
          <a:lstStyle>
            <a:lvl1pPr algn="l">
              <a:defRPr sz="1100" cap="all" baseline="0">
                <a:solidFill>
                  <a:schemeClr val="bg2"/>
                </a:solidFill>
              </a:defRPr>
            </a:lvl1pPr>
          </a:lstStyle>
          <a:p>
            <a:r>
              <a:rPr lang="en-US" smtClean="0"/>
              <a:t>Indocosmo Systems Pvt. Ltd. All Rights Reserved</a:t>
            </a:r>
            <a:endParaRPr lang="en-US" dirty="0"/>
          </a:p>
        </p:txBody>
      </p:sp>
      <p:sp>
        <p:nvSpPr>
          <p:cNvPr id="4" name="Date Placeholder 3"/>
          <p:cNvSpPr>
            <a:spLocks noGrp="1"/>
          </p:cNvSpPr>
          <p:nvPr>
            <p:ph type="dt" sz="half" idx="2"/>
          </p:nvPr>
        </p:nvSpPr>
        <p:spPr>
          <a:xfrm>
            <a:off x="8875776" y="6601968"/>
            <a:ext cx="960120" cy="237744"/>
          </a:xfrm>
          <a:prstGeom prst="rect">
            <a:avLst/>
          </a:prstGeom>
        </p:spPr>
        <p:txBody>
          <a:bodyPr vert="horz" lIns="91440" tIns="45720" rIns="91440" bIns="45720" rtlCol="0" anchor="ctr"/>
          <a:lstStyle>
            <a:lvl1pPr algn="r">
              <a:defRPr sz="1100">
                <a:solidFill>
                  <a:schemeClr val="bg2"/>
                </a:solidFill>
              </a:defRPr>
            </a:lvl1pPr>
          </a:lstStyle>
          <a:p>
            <a:fld id="{A58171AB-CE22-4F77-A6B5-BB13C3E53249}" type="datetime1">
              <a:rPr lang="en-US" smtClean="0"/>
              <a:pPr/>
              <a:t>8/14/2019</a:t>
            </a:fld>
            <a:endParaRPr lang="en-US" dirty="0"/>
          </a:p>
        </p:txBody>
      </p:sp>
      <p:sp>
        <p:nvSpPr>
          <p:cNvPr id="6" name="Slide Number Placeholder 5"/>
          <p:cNvSpPr>
            <a:spLocks noGrp="1"/>
          </p:cNvSpPr>
          <p:nvPr>
            <p:ph type="sldNum" sz="quarter" idx="4"/>
          </p:nvPr>
        </p:nvSpPr>
        <p:spPr>
          <a:xfrm>
            <a:off x="10210800" y="6601968"/>
            <a:ext cx="640080" cy="237744"/>
          </a:xfrm>
          <a:prstGeom prst="rect">
            <a:avLst/>
          </a:prstGeom>
        </p:spPr>
        <p:txBody>
          <a:bodyPr vert="horz" lIns="91440" tIns="45720" rIns="91440" bIns="45720" rtlCol="0" anchor="ctr"/>
          <a:lstStyle>
            <a:lvl1pPr algn="r">
              <a:defRPr sz="1100">
                <a:solidFill>
                  <a:schemeClr val="bg2"/>
                </a:solidFill>
              </a:defRPr>
            </a:lvl1pPr>
          </a:lstStyle>
          <a:p>
            <a:fld id="{CA8D9AD5-F248-4919-864A-CFD76CC027D6}" type="slidenum">
              <a:rPr lang="en-US" smtClean="0"/>
              <a:pPr/>
              <a:t>‹#›</a:t>
            </a:fld>
            <a:endParaRPr lang="en-US" dirty="0"/>
          </a:p>
        </p:txBody>
      </p:sp>
    </p:spTree>
    <p:extLst>
      <p:ext uri="{BB962C8B-B14F-4D97-AF65-F5344CB8AC3E}">
        <p14:creationId xmlns:p14="http://schemas.microsoft.com/office/powerpoint/2010/main" val="2563760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2" r:id="rId4"/>
    <p:sldLayoutId id="2147483661" r:id="rId5"/>
    <p:sldLayoutId id="2147483653" r:id="rId6"/>
    <p:sldLayoutId id="2147483654" r:id="rId7"/>
    <p:sldLayoutId id="2147483655" r:id="rId8"/>
    <p:sldLayoutId id="2147483656" r:id="rId9"/>
    <p:sldLayoutId id="2147483663" r:id="rId10"/>
    <p:sldLayoutId id="2147483657" r:id="rId11"/>
    <p:sldLayoutId id="2147483658" r:id="rId12"/>
    <p:sldLayoutId id="2147483659"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marL="0" indent="0" algn="l" defTabSz="914400" rtl="0" eaLnBrk="1" latinLnBrk="0" hangingPunct="1">
        <a:lnSpc>
          <a:spcPct val="90000"/>
        </a:lnSpc>
        <a:spcBef>
          <a:spcPct val="0"/>
        </a:spcBef>
        <a:buFont typeface="Arial" pitchFamily="34" charset="0"/>
        <a:buNone/>
        <a:defRPr sz="3400" kern="1200">
          <a:solidFill>
            <a:schemeClr val="tx2">
              <a:lumMod val="75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tx2"/>
        </a:buClr>
        <a:buSzPct val="80000"/>
        <a:buFont typeface="Wingdings" pitchFamily="2" charset="2"/>
        <a:buChar char="§"/>
        <a:defRPr sz="2000" kern="1200">
          <a:solidFill>
            <a:schemeClr val="tx2"/>
          </a:solidFill>
          <a:latin typeface="+mn-lt"/>
          <a:ea typeface="+mn-ea"/>
          <a:cs typeface="+mn-cs"/>
        </a:defRPr>
      </a:lvl1pPr>
      <a:lvl2pPr marL="594360" indent="-228600" algn="l" defTabSz="914400" rtl="0" eaLnBrk="1" latinLnBrk="0" hangingPunct="1">
        <a:lnSpc>
          <a:spcPct val="90000"/>
        </a:lnSpc>
        <a:spcBef>
          <a:spcPts val="1000"/>
        </a:spcBef>
        <a:buClr>
          <a:schemeClr val="tx2"/>
        </a:buClr>
        <a:buSzPct val="80000"/>
        <a:buFont typeface="Wingdings" pitchFamily="2" charset="2"/>
        <a:buChar char="§"/>
        <a:defRPr sz="1800" kern="1200">
          <a:solidFill>
            <a:schemeClr val="tx2"/>
          </a:solidFill>
          <a:latin typeface="+mn-lt"/>
          <a:ea typeface="+mn-ea"/>
          <a:cs typeface="+mn-cs"/>
        </a:defRPr>
      </a:lvl2pPr>
      <a:lvl3pPr marL="914400" indent="-228600" algn="l" defTabSz="914400" rtl="0" eaLnBrk="1" latinLnBrk="0" hangingPunct="1">
        <a:lnSpc>
          <a:spcPct val="90000"/>
        </a:lnSpc>
        <a:spcBef>
          <a:spcPts val="800"/>
        </a:spcBef>
        <a:buClr>
          <a:schemeClr val="tx2"/>
        </a:buClr>
        <a:buSzPct val="80000"/>
        <a:buFont typeface="Wingdings" pitchFamily="2" charset="2"/>
        <a:buChar char="§"/>
        <a:defRPr sz="1600" kern="1200">
          <a:solidFill>
            <a:schemeClr val="tx2"/>
          </a:solidFill>
          <a:latin typeface="+mn-lt"/>
          <a:ea typeface="+mn-ea"/>
          <a:cs typeface="+mn-cs"/>
        </a:defRPr>
      </a:lvl3pPr>
      <a:lvl4pPr marL="1234440" indent="-228600" algn="l" defTabSz="914400" rtl="0" eaLnBrk="1" latinLnBrk="0" hangingPunct="1">
        <a:lnSpc>
          <a:spcPct val="90000"/>
        </a:lnSpc>
        <a:spcBef>
          <a:spcPts val="800"/>
        </a:spcBef>
        <a:buClr>
          <a:schemeClr val="tx2"/>
        </a:buClr>
        <a:buSzPct val="80000"/>
        <a:buFont typeface="Wingdings" pitchFamily="2" charset="2"/>
        <a:buChar char="§"/>
        <a:defRPr sz="1400" kern="1200">
          <a:solidFill>
            <a:schemeClr val="tx2"/>
          </a:solidFill>
          <a:latin typeface="+mn-lt"/>
          <a:ea typeface="+mn-ea"/>
          <a:cs typeface="+mn-cs"/>
        </a:defRPr>
      </a:lvl4pPr>
      <a:lvl5pPr marL="1554480" indent="-228600" algn="l" defTabSz="914400" rtl="0" eaLnBrk="1" latinLnBrk="0" hangingPunct="1">
        <a:lnSpc>
          <a:spcPct val="90000"/>
        </a:lnSpc>
        <a:spcBef>
          <a:spcPts val="800"/>
        </a:spcBef>
        <a:buClr>
          <a:schemeClr val="tx2"/>
        </a:buClr>
        <a:buSzPct val="80000"/>
        <a:buFont typeface="Wingdings" pitchFamily="2" charset="2"/>
        <a:buChar char="§"/>
        <a:defRPr sz="1400" kern="1200">
          <a:solidFill>
            <a:schemeClr val="tx2"/>
          </a:solidFill>
          <a:latin typeface="+mn-lt"/>
          <a:ea typeface="+mn-ea"/>
          <a:cs typeface="+mn-cs"/>
        </a:defRPr>
      </a:lvl5pPr>
      <a:lvl6pPr marL="1874520" indent="-228600" algn="l" defTabSz="914400" rtl="0" eaLnBrk="1" latinLnBrk="0" hangingPunct="1">
        <a:lnSpc>
          <a:spcPct val="90000"/>
        </a:lnSpc>
        <a:spcBef>
          <a:spcPts val="800"/>
        </a:spcBef>
        <a:buSzPct val="80000"/>
        <a:buFont typeface="Wingdings" pitchFamily="2" charset="2"/>
        <a:buChar char="§"/>
        <a:defRPr sz="1400" kern="1200">
          <a:solidFill>
            <a:schemeClr val="tx2"/>
          </a:solidFill>
          <a:latin typeface="+mn-lt"/>
          <a:ea typeface="+mn-ea"/>
          <a:cs typeface="+mn-cs"/>
        </a:defRPr>
      </a:lvl6pPr>
      <a:lvl7pPr marL="2194560" indent="-228600" algn="l" defTabSz="914400" rtl="0" eaLnBrk="1" latinLnBrk="0" hangingPunct="1">
        <a:lnSpc>
          <a:spcPct val="90000"/>
        </a:lnSpc>
        <a:spcBef>
          <a:spcPts val="800"/>
        </a:spcBef>
        <a:buSzPct val="80000"/>
        <a:buFont typeface="Wingdings" pitchFamily="2" charset="2"/>
        <a:buChar char="§"/>
        <a:defRPr sz="1400" kern="1200" baseline="0">
          <a:solidFill>
            <a:schemeClr val="tx2"/>
          </a:solidFill>
          <a:latin typeface="+mn-lt"/>
          <a:ea typeface="+mn-ea"/>
          <a:cs typeface="+mn-cs"/>
        </a:defRPr>
      </a:lvl7pPr>
      <a:lvl8pPr marL="2514600" indent="-228600" algn="l" defTabSz="914400" rtl="0" eaLnBrk="1" latinLnBrk="0" hangingPunct="1">
        <a:lnSpc>
          <a:spcPct val="90000"/>
        </a:lnSpc>
        <a:spcBef>
          <a:spcPts val="800"/>
        </a:spcBef>
        <a:buSzPct val="80000"/>
        <a:buFont typeface="Wingdings" pitchFamily="2" charset="2"/>
        <a:buChar char="§"/>
        <a:defRPr sz="1400" kern="1200" baseline="0">
          <a:solidFill>
            <a:schemeClr val="tx2"/>
          </a:solidFill>
          <a:latin typeface="+mn-lt"/>
          <a:ea typeface="+mn-ea"/>
          <a:cs typeface="+mn-cs"/>
        </a:defRPr>
      </a:lvl8pPr>
      <a:lvl9pPr marL="2834640" indent="-228600" algn="l" defTabSz="914400" rtl="0" eaLnBrk="1" latinLnBrk="0" hangingPunct="1">
        <a:lnSpc>
          <a:spcPct val="90000"/>
        </a:lnSpc>
        <a:spcBef>
          <a:spcPts val="800"/>
        </a:spcBef>
        <a:buSzPct val="80000"/>
        <a:buFont typeface="Wingdings" pitchFamily="2" charset="2"/>
        <a:buChar char="§"/>
        <a:defRPr sz="1400" kern="1200" baseline="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360">
          <p15:clr>
            <a:srgbClr val="F26B43"/>
          </p15:clr>
        </p15:guide>
        <p15:guide id="2" pos="40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CXF Project Initiation</a:t>
            </a:r>
            <a:endParaRPr lang="en-US" dirty="0"/>
          </a:p>
        </p:txBody>
      </p:sp>
      <p:sp>
        <p:nvSpPr>
          <p:cNvPr id="4" name="Subtitle 3"/>
          <p:cNvSpPr>
            <a:spLocks noGrp="1"/>
          </p:cNvSpPr>
          <p:nvPr>
            <p:ph type="subTitle" idx="1"/>
          </p:nvPr>
        </p:nvSpPr>
        <p:spPr/>
        <p:txBody>
          <a:bodyPr/>
          <a:lstStyle/>
          <a:p>
            <a:r>
              <a:rPr lang="en-US" dirty="0" smtClean="0"/>
              <a:t>Presented By: Suresh S</a:t>
            </a:r>
            <a:endParaRPr lang="en-US" dirty="0"/>
          </a:p>
        </p:txBody>
      </p:sp>
    </p:spTree>
    <p:extLst>
      <p:ext uri="{BB962C8B-B14F-4D97-AF65-F5344CB8AC3E}">
        <p14:creationId xmlns:p14="http://schemas.microsoft.com/office/powerpoint/2010/main" val="2798809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CWorks CXF</a:t>
            </a:r>
            <a:br>
              <a:rPr lang="en-US" dirty="0" smtClean="0"/>
            </a:br>
            <a:r>
              <a:rPr lang="en-US" dirty="0" smtClean="0"/>
              <a:t>(CWorks-CXF -V1)</a:t>
            </a:r>
            <a:endParaRPr lang="en-US" dirty="0"/>
          </a:p>
        </p:txBody>
      </p:sp>
      <p:sp>
        <p:nvSpPr>
          <p:cNvPr id="3" name="Content Placeholder 2"/>
          <p:cNvSpPr>
            <a:spLocks noGrp="1"/>
          </p:cNvSpPr>
          <p:nvPr>
            <p:ph type="body" idx="1"/>
          </p:nvPr>
        </p:nvSpPr>
        <p:spPr/>
        <p:txBody>
          <a:bodyPr/>
          <a:lstStyle/>
          <a:p>
            <a:pPr lvl="0"/>
            <a:r>
              <a:rPr lang="en-US" dirty="0" smtClean="0"/>
              <a:t>A  data exchange format between AutoCAD system and C-Works CAD system.</a:t>
            </a:r>
            <a:endParaRPr lang="en-US" dirty="0"/>
          </a:p>
        </p:txBody>
      </p:sp>
      <p:sp>
        <p:nvSpPr>
          <p:cNvPr id="4" name="Slide Number Placeholder 3"/>
          <p:cNvSpPr>
            <a:spLocks noGrp="1"/>
          </p:cNvSpPr>
          <p:nvPr>
            <p:ph type="sldNum" sz="quarter" idx="12"/>
          </p:nvPr>
        </p:nvSpPr>
        <p:spPr/>
        <p:txBody>
          <a:bodyPr/>
          <a:lstStyle/>
          <a:p>
            <a:fld id="{CA8D9AD5-F248-4919-864A-CFD76CC027D6}" type="slidenum">
              <a:rPr lang="en-US" smtClean="0"/>
              <a:pPr/>
              <a:t>2</a:t>
            </a:fld>
            <a:endParaRPr lang="en-US"/>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a:p>
        </p:txBody>
      </p:sp>
    </p:spTree>
    <p:extLst>
      <p:ext uri="{BB962C8B-B14F-4D97-AF65-F5344CB8AC3E}">
        <p14:creationId xmlns:p14="http://schemas.microsoft.com/office/powerpoint/2010/main" val="3332817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About  The Customer</a:t>
            </a:r>
            <a:endParaRPr lang="en-US" dirty="0"/>
          </a:p>
        </p:txBody>
      </p:sp>
      <p:sp>
        <p:nvSpPr>
          <p:cNvPr id="3" name="Content Placeholder 2"/>
          <p:cNvSpPr>
            <a:spLocks noGrp="1"/>
          </p:cNvSpPr>
          <p:nvPr>
            <p:ph idx="1"/>
          </p:nvPr>
        </p:nvSpPr>
        <p:spPr/>
        <p:txBody>
          <a:bodyPr/>
          <a:lstStyle/>
          <a:p>
            <a:r>
              <a:rPr lang="en-US" dirty="0" smtClean="0"/>
              <a:t>CWorks: A Japanese corporate who is focusing on  construction related software products.</a:t>
            </a:r>
          </a:p>
          <a:p>
            <a:r>
              <a:rPr lang="en-US" dirty="0" smtClean="0"/>
              <a:t>They have been using the standard data exchange format of AutoCAD.</a:t>
            </a:r>
          </a:p>
          <a:p>
            <a:r>
              <a:rPr lang="en-US" dirty="0" smtClean="0"/>
              <a:t>Their major product is CWorks CAD</a:t>
            </a:r>
          </a:p>
          <a:p>
            <a:pPr lvl="1"/>
            <a:r>
              <a:rPr lang="en-US" dirty="0" smtClean="0"/>
              <a:t>This system accepts the AutoCAD drawings and process them to create scaffoldings design for the proposed building project and make necessary cost and material estimation for the SCAFFOLDING.</a:t>
            </a:r>
          </a:p>
          <a:p>
            <a:endParaRPr lang="en-US" dirty="0" smtClean="0"/>
          </a:p>
        </p:txBody>
      </p:sp>
      <p:sp>
        <p:nvSpPr>
          <p:cNvPr id="4" name="Footer Placeholder 3"/>
          <p:cNvSpPr>
            <a:spLocks noGrp="1"/>
          </p:cNvSpPr>
          <p:nvPr>
            <p:ph type="ftr" sz="quarter" idx="11"/>
          </p:nvPr>
        </p:nvSpPr>
        <p:spPr/>
        <p:txBody>
          <a:bodyPr/>
          <a:lstStyle/>
          <a:p>
            <a:r>
              <a:rPr lang="en-US" smtClean="0"/>
              <a:t>Indocosmo Systems Pvt. Ltd. All Rights Reserved</a:t>
            </a:r>
            <a:endParaRPr lang="en-US" dirty="0"/>
          </a:p>
        </p:txBody>
      </p:sp>
      <p:sp>
        <p:nvSpPr>
          <p:cNvPr id="5" name="Slide Number Placeholder 4"/>
          <p:cNvSpPr>
            <a:spLocks noGrp="1"/>
          </p:cNvSpPr>
          <p:nvPr>
            <p:ph type="sldNum" sz="quarter" idx="12"/>
          </p:nvPr>
        </p:nvSpPr>
        <p:spPr/>
        <p:txBody>
          <a:bodyPr/>
          <a:lstStyle/>
          <a:p>
            <a:fld id="{CA8D9AD5-F248-4919-864A-CFD76CC027D6}" type="slidenum">
              <a:rPr lang="en-US" smtClean="0"/>
              <a:pPr/>
              <a:t>3</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About The Project</a:t>
            </a:r>
            <a:endParaRPr lang="en-US" dirty="0"/>
          </a:p>
        </p:txBody>
      </p:sp>
      <p:sp>
        <p:nvSpPr>
          <p:cNvPr id="3" name="Content Placeholder 2"/>
          <p:cNvSpPr>
            <a:spLocks noGrp="1"/>
          </p:cNvSpPr>
          <p:nvPr>
            <p:ph idx="1"/>
          </p:nvPr>
        </p:nvSpPr>
        <p:spPr>
          <a:xfrm>
            <a:off x="1341120" y="1752600"/>
            <a:ext cx="9509760" cy="4276979"/>
          </a:xfrm>
        </p:spPr>
        <p:txBody>
          <a:bodyPr>
            <a:normAutofit fontScale="92500" lnSpcReduction="10000"/>
          </a:bodyPr>
          <a:lstStyle/>
          <a:p>
            <a:r>
              <a:rPr lang="en-US" dirty="0" smtClean="0"/>
              <a:t>Now the CWorks CAD system has issues with processing the latest versions of AutoCAD drawing files.</a:t>
            </a:r>
          </a:p>
          <a:p>
            <a:r>
              <a:rPr lang="en-US" dirty="0" smtClean="0"/>
              <a:t>As a solution for the above issue we are going to develop a system which converts the standard AutoCAD file format to a text exchange format (TXF format) along with a neutral exchange format for </a:t>
            </a:r>
            <a:r>
              <a:rPr lang="en-US" dirty="0" err="1" smtClean="0"/>
              <a:t>Cworks</a:t>
            </a:r>
            <a:r>
              <a:rPr lang="en-US" dirty="0" smtClean="0"/>
              <a:t> (CXF format) and vice versa.</a:t>
            </a:r>
            <a:endParaRPr lang="en-US" dirty="0"/>
          </a:p>
          <a:p>
            <a:r>
              <a:rPr lang="en-US" dirty="0" smtClean="0"/>
              <a:t>IXF format should contain all properties &amp; values of the objects in the AutoCAD drawing files.</a:t>
            </a:r>
          </a:p>
          <a:p>
            <a:r>
              <a:rPr lang="en-US" dirty="0" smtClean="0"/>
              <a:t>CXF format contains only selected properties &amp; values from the TXF format.</a:t>
            </a:r>
          </a:p>
          <a:p>
            <a:r>
              <a:rPr lang="en-US" dirty="0" smtClean="0"/>
              <a:t>CXF files  will be processed by the CWorks CAD system to create scaffold drawings.</a:t>
            </a:r>
          </a:p>
          <a:p>
            <a:r>
              <a:rPr lang="en-US" dirty="0" smtClean="0"/>
              <a:t>Our proposed project interacts with the following software</a:t>
            </a:r>
          </a:p>
          <a:p>
            <a:pPr lvl="1"/>
            <a:r>
              <a:rPr lang="en-US" dirty="0" smtClean="0"/>
              <a:t>AutoCAD System</a:t>
            </a:r>
          </a:p>
          <a:p>
            <a:pPr lvl="1"/>
            <a:r>
              <a:rPr lang="en-US" dirty="0" smtClean="0"/>
              <a:t>CWorks CAD System</a:t>
            </a:r>
          </a:p>
        </p:txBody>
      </p:sp>
      <p:sp>
        <p:nvSpPr>
          <p:cNvPr id="4" name="Slide Number Placeholder 3"/>
          <p:cNvSpPr>
            <a:spLocks noGrp="1"/>
          </p:cNvSpPr>
          <p:nvPr>
            <p:ph type="sldNum" sz="quarter" idx="12"/>
          </p:nvPr>
        </p:nvSpPr>
        <p:spPr/>
        <p:txBody>
          <a:bodyPr/>
          <a:lstStyle/>
          <a:p>
            <a:fld id="{CA8D9AD5-F248-4919-864A-CFD76CC027D6}" type="slidenum">
              <a:rPr lang="en-US" smtClean="0"/>
              <a:pPr/>
              <a:t>4</a:t>
            </a:fld>
            <a:endParaRPr lang="en-US" dirty="0"/>
          </a:p>
        </p:txBody>
      </p:sp>
      <p:sp>
        <p:nvSpPr>
          <p:cNvPr id="5" name="Footer Placeholder 4"/>
          <p:cNvSpPr>
            <a:spLocks noGrp="1"/>
          </p:cNvSpPr>
          <p:nvPr>
            <p:ph type="ftr" sz="quarter" idx="11"/>
          </p:nvPr>
        </p:nvSpPr>
        <p:spPr/>
        <p:txBody>
          <a:bodyPr/>
          <a:lstStyle/>
          <a:p>
            <a:r>
              <a:rPr lang="en-US" dirty="0" smtClean="0"/>
              <a:t>Indocosmo Systems Pvt. Ltd. All Rights Reserved</a:t>
            </a:r>
            <a:endParaRPr lang="en-US" dirty="0"/>
          </a:p>
        </p:txBody>
      </p:sp>
    </p:spTree>
    <p:extLst>
      <p:ext uri="{BB962C8B-B14F-4D97-AF65-F5344CB8AC3E}">
        <p14:creationId xmlns:p14="http://schemas.microsoft.com/office/powerpoint/2010/main" val="576639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Overview</a:t>
            </a:r>
            <a:endParaRPr lang="en-US" dirty="0"/>
          </a:p>
        </p:txBody>
      </p:sp>
      <p:sp>
        <p:nvSpPr>
          <p:cNvPr id="3" name="Content Placeholder 2"/>
          <p:cNvSpPr>
            <a:spLocks noGrp="1"/>
          </p:cNvSpPr>
          <p:nvPr>
            <p:ph idx="1"/>
          </p:nvPr>
        </p:nvSpPr>
        <p:spPr/>
        <p:txBody>
          <a:bodyPr>
            <a:normAutofit/>
          </a:bodyPr>
          <a:lstStyle/>
          <a:p>
            <a:r>
              <a:rPr lang="en-US" dirty="0" smtClean="0"/>
              <a:t>Start Date			:  15-10-2017</a:t>
            </a:r>
          </a:p>
          <a:p>
            <a:r>
              <a:rPr lang="en-US" dirty="0" smtClean="0"/>
              <a:t>End Date			:  31-03-2018</a:t>
            </a:r>
          </a:p>
          <a:p>
            <a:r>
              <a:rPr lang="en-US" dirty="0" smtClean="0"/>
              <a:t>Total Estimated Effort		:  200 man days</a:t>
            </a:r>
          </a:p>
          <a:p>
            <a:r>
              <a:rPr lang="en-US" dirty="0" smtClean="0"/>
              <a:t>PM				:  Mr. Mohandas .P.M</a:t>
            </a:r>
          </a:p>
          <a:p>
            <a:r>
              <a:rPr lang="en-US" dirty="0" smtClean="0"/>
              <a:t>PL 				:  Mr. Suresh S</a:t>
            </a:r>
          </a:p>
          <a:p>
            <a:r>
              <a:rPr lang="en-US" dirty="0" smtClean="0"/>
              <a:t>Customer Contact		:  Mr. Masa Yuki</a:t>
            </a:r>
          </a:p>
          <a:p>
            <a:r>
              <a:rPr lang="en-US" dirty="0" smtClean="0"/>
              <a:t>QC Manager			:  Mr. George Elias</a:t>
            </a:r>
          </a:p>
        </p:txBody>
      </p:sp>
      <p:sp>
        <p:nvSpPr>
          <p:cNvPr id="4" name="Slide Number Placeholder 3"/>
          <p:cNvSpPr>
            <a:spLocks noGrp="1"/>
          </p:cNvSpPr>
          <p:nvPr>
            <p:ph type="sldNum" sz="quarter" idx="12"/>
          </p:nvPr>
        </p:nvSpPr>
        <p:spPr/>
        <p:txBody>
          <a:bodyPr/>
          <a:lstStyle/>
          <a:p>
            <a:fld id="{CA8D9AD5-F248-4919-864A-CFD76CC027D6}" type="slidenum">
              <a:rPr lang="en-US" smtClean="0"/>
              <a:pPr/>
              <a:t>5</a:t>
            </a:fld>
            <a:endParaRPr lang="en-US" dirty="0"/>
          </a:p>
        </p:txBody>
      </p:sp>
      <p:sp>
        <p:nvSpPr>
          <p:cNvPr id="5" name="Footer Placeholder 4"/>
          <p:cNvSpPr>
            <a:spLocks noGrp="1"/>
          </p:cNvSpPr>
          <p:nvPr>
            <p:ph type="ftr" sz="quarter" idx="11"/>
          </p:nvPr>
        </p:nvSpPr>
        <p:spPr/>
        <p:txBody>
          <a:bodyPr/>
          <a:lstStyle/>
          <a:p>
            <a:r>
              <a:rPr lang="en-US" dirty="0" smtClean="0"/>
              <a:t>Indocosmo Systems Pvt. Ltd. All Rights Reserved</a:t>
            </a:r>
            <a:endParaRPr lang="en-US" dirty="0"/>
          </a:p>
        </p:txBody>
      </p:sp>
    </p:spTree>
    <p:extLst>
      <p:ext uri="{BB962C8B-B14F-4D97-AF65-F5344CB8AC3E}">
        <p14:creationId xmlns:p14="http://schemas.microsoft.com/office/powerpoint/2010/main" val="576639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Objectives</a:t>
            </a:r>
            <a:endParaRPr lang="en-US" dirty="0"/>
          </a:p>
        </p:txBody>
      </p:sp>
      <p:sp>
        <p:nvSpPr>
          <p:cNvPr id="4" name="Slide Number Placeholder 3"/>
          <p:cNvSpPr>
            <a:spLocks noGrp="1"/>
          </p:cNvSpPr>
          <p:nvPr>
            <p:ph type="sldNum" sz="quarter" idx="12"/>
          </p:nvPr>
        </p:nvSpPr>
        <p:spPr/>
        <p:txBody>
          <a:bodyPr/>
          <a:lstStyle/>
          <a:p>
            <a:fld id="{CA8D9AD5-F248-4919-864A-CFD76CC027D6}" type="slidenum">
              <a:rPr lang="en-US" smtClean="0"/>
              <a:pPr/>
              <a:t>6</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graphicFrame>
        <p:nvGraphicFramePr>
          <p:cNvPr id="7" name="Table 6"/>
          <p:cNvGraphicFramePr>
            <a:graphicFrameLocks noGrp="1"/>
          </p:cNvGraphicFramePr>
          <p:nvPr/>
        </p:nvGraphicFramePr>
        <p:xfrm>
          <a:off x="1371600" y="1828800"/>
          <a:ext cx="9372600" cy="3754120"/>
        </p:xfrm>
        <a:graphic>
          <a:graphicData uri="http://schemas.openxmlformats.org/drawingml/2006/table">
            <a:tbl>
              <a:tblPr bandRow="1">
                <a:tableStyleId>{793D81CF-94F2-401A-BA57-92F5A7B2D0C5}</a:tableStyleId>
              </a:tblPr>
              <a:tblGrid>
                <a:gridCol w="3075384"/>
                <a:gridCol w="6297216"/>
              </a:tblGrid>
              <a:tr h="3708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b="1" dirty="0" smtClean="0"/>
                        <a:t>Functional objective</a:t>
                      </a:r>
                      <a:endParaRPr lang="en-US" b="1" dirty="0"/>
                    </a:p>
                  </a:txBody>
                  <a:tcPr/>
                </a:tc>
                <a:tc>
                  <a:txBody>
                    <a:bodyPr/>
                    <a:lstStyle/>
                    <a:p>
                      <a:r>
                        <a:rPr lang="en-US" dirty="0" smtClean="0"/>
                        <a:t>Developing a console </a:t>
                      </a:r>
                      <a:r>
                        <a:rPr lang="en-US" baseline="0" dirty="0" smtClean="0"/>
                        <a:t>application for processing drawing files and convert into a neutral text format for further processing in the CWorks CAD System.  The system should support reverse conversion from Neutral file to AutoCAD drawings.</a:t>
                      </a:r>
                      <a:endParaRPr lang="en-US" dirty="0"/>
                    </a:p>
                  </a:txBody>
                  <a:tcPr/>
                </a:tc>
              </a:tr>
              <a:tr h="3708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b="1" dirty="0" smtClean="0"/>
                        <a:t>Technical objective</a:t>
                      </a:r>
                    </a:p>
                  </a:txBody>
                  <a:tcPr/>
                </a:tc>
                <a:tc>
                  <a:txBody>
                    <a:bodyPr/>
                    <a:lstStyle/>
                    <a:p>
                      <a:r>
                        <a:rPr lang="en-US" dirty="0" smtClean="0"/>
                        <a:t>Achieve</a:t>
                      </a:r>
                      <a:r>
                        <a:rPr lang="en-US" baseline="0" dirty="0" smtClean="0"/>
                        <a:t> hands on experience in working with AutoCAD system related projects and open a new domain expertise.</a:t>
                      </a:r>
                      <a:endParaRPr lang="en-US" dirty="0"/>
                    </a:p>
                  </a:txBody>
                  <a:tcPr/>
                </a:tc>
              </a:tr>
              <a:tr h="370840">
                <a:tc>
                  <a:txBody>
                    <a:bodyPr/>
                    <a:lstStyle/>
                    <a:p>
                      <a:r>
                        <a:rPr lang="en-US" b="1" dirty="0" smtClean="0"/>
                        <a:t>Schedule objective</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This project has to be commissioned before 31-March-2018</a:t>
                      </a: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Cost objective</a:t>
                      </a:r>
                      <a:endParaRPr lang="en-US"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Maximum allocated manpower for this project is  10 man months.</a:t>
                      </a:r>
                    </a:p>
                  </a:txBody>
                  <a:tcPr/>
                </a:tc>
              </a:tr>
              <a:tr h="370840">
                <a:tc>
                  <a:txBody>
                    <a:bodyPr/>
                    <a:lstStyle/>
                    <a:p>
                      <a:r>
                        <a:rPr lang="en-US" b="1" dirty="0" smtClean="0"/>
                        <a:t>Business objective</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We would make this project as a stepping stone to enter into the CAD related domain , which has tremendous opportunities in Japan market.</a:t>
                      </a:r>
                    </a:p>
                  </a:txBody>
                  <a:tcPr/>
                </a:tc>
              </a:tr>
            </a:tbl>
          </a:graphicData>
        </a:graphic>
      </p:graphicFrame>
    </p:spTree>
    <p:extLst>
      <p:ext uri="{BB962C8B-B14F-4D97-AF65-F5344CB8AC3E}">
        <p14:creationId xmlns:p14="http://schemas.microsoft.com/office/powerpoint/2010/main" val="3765865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Success Factors</a:t>
            </a:r>
          </a:p>
        </p:txBody>
      </p:sp>
      <p:sp>
        <p:nvSpPr>
          <p:cNvPr id="3" name="Content Placeholder 2"/>
          <p:cNvSpPr>
            <a:spLocks noGrp="1"/>
          </p:cNvSpPr>
          <p:nvPr>
            <p:ph idx="1"/>
          </p:nvPr>
        </p:nvSpPr>
        <p:spPr/>
        <p:txBody>
          <a:bodyPr/>
          <a:lstStyle/>
          <a:p>
            <a:r>
              <a:rPr lang="en-US" dirty="0" smtClean="0"/>
              <a:t>System should be able to work with latest versions of AutoCAD files </a:t>
            </a:r>
            <a:r>
              <a:rPr lang="en-US" dirty="0" smtClean="0">
                <a:solidFill>
                  <a:schemeClr val="tx1"/>
                </a:solidFill>
              </a:rPr>
              <a:t>(AutoCAD 2000 and later versions).</a:t>
            </a:r>
            <a:endParaRPr lang="en-US" dirty="0">
              <a:solidFill>
                <a:schemeClr val="tx1"/>
              </a:solidFill>
            </a:endParaRPr>
          </a:p>
          <a:p>
            <a:r>
              <a:rPr lang="en-US" dirty="0" smtClean="0"/>
              <a:t>The basic structure of CAD files should not be lost after conversion.</a:t>
            </a:r>
            <a:endParaRPr lang="en-US" dirty="0"/>
          </a:p>
          <a:p>
            <a:r>
              <a:rPr lang="en-US" dirty="0" smtClean="0"/>
              <a:t>System should be completed &amp; installed before the next financial year </a:t>
            </a:r>
            <a:r>
              <a:rPr lang="en-US" dirty="0" smtClean="0">
                <a:solidFill>
                  <a:schemeClr val="tx1"/>
                </a:solidFill>
              </a:rPr>
              <a:t>(before March </a:t>
            </a:r>
            <a:r>
              <a:rPr lang="en-US" dirty="0" smtClean="0"/>
              <a:t>2018).</a:t>
            </a:r>
          </a:p>
          <a:p>
            <a:r>
              <a:rPr lang="en-US" dirty="0" smtClean="0"/>
              <a:t>Delivered </a:t>
            </a:r>
            <a:r>
              <a:rPr lang="en-US" dirty="0"/>
              <a:t>on </a:t>
            </a:r>
            <a:r>
              <a:rPr lang="en-US" dirty="0" smtClean="0"/>
              <a:t>time with expected quality.</a:t>
            </a:r>
          </a:p>
          <a:p>
            <a:r>
              <a:rPr lang="en-US" dirty="0" smtClean="0"/>
              <a:t>Passing the UAT at one go by satisfying all the Acceptance Criteria </a:t>
            </a:r>
            <a:r>
              <a:rPr lang="en-US" dirty="0" smtClean="0">
                <a:solidFill>
                  <a:schemeClr val="tx1"/>
                </a:solidFill>
              </a:rPr>
              <a:t>specified in SRS</a:t>
            </a:r>
            <a:r>
              <a:rPr lang="en-US" dirty="0" smtClean="0"/>
              <a:t>.</a:t>
            </a:r>
            <a:endParaRPr lang="en-US" dirty="0"/>
          </a:p>
        </p:txBody>
      </p:sp>
      <p:sp>
        <p:nvSpPr>
          <p:cNvPr id="4" name="Slide Number Placeholder 3"/>
          <p:cNvSpPr>
            <a:spLocks noGrp="1"/>
          </p:cNvSpPr>
          <p:nvPr>
            <p:ph type="sldNum" sz="quarter" idx="12"/>
          </p:nvPr>
        </p:nvSpPr>
        <p:spPr/>
        <p:txBody>
          <a:bodyPr/>
          <a:lstStyle/>
          <a:p>
            <a:fld id="{CA8D9AD5-F248-4919-864A-CFD76CC027D6}" type="slidenum">
              <a:rPr lang="en-US" smtClean="0"/>
              <a:pPr/>
              <a:t>7</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spTree>
    <p:extLst>
      <p:ext uri="{BB962C8B-B14F-4D97-AF65-F5344CB8AC3E}">
        <p14:creationId xmlns:p14="http://schemas.microsoft.com/office/powerpoint/2010/main" val="1511145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Implementation</a:t>
            </a:r>
          </a:p>
        </p:txBody>
      </p:sp>
      <p:sp>
        <p:nvSpPr>
          <p:cNvPr id="3" name="Content Placeholder 2"/>
          <p:cNvSpPr>
            <a:spLocks noGrp="1"/>
          </p:cNvSpPr>
          <p:nvPr>
            <p:ph idx="1"/>
          </p:nvPr>
        </p:nvSpPr>
        <p:spPr>
          <a:xfrm>
            <a:off x="1295400" y="1901952"/>
            <a:ext cx="9982200" cy="4127627"/>
          </a:xfrm>
        </p:spPr>
        <p:txBody>
          <a:bodyPr>
            <a:normAutofit/>
          </a:bodyPr>
          <a:lstStyle/>
          <a:p>
            <a:r>
              <a:rPr lang="en-US" sz="2400" dirty="0" smtClean="0"/>
              <a:t>Tasks/activities</a:t>
            </a:r>
          </a:p>
          <a:p>
            <a:pPr lvl="1"/>
            <a:r>
              <a:rPr lang="en-US" sz="2000" dirty="0" smtClean="0"/>
              <a:t>Research on AutoCAD file processing API’s.</a:t>
            </a:r>
          </a:p>
          <a:p>
            <a:pPr lvl="1"/>
            <a:r>
              <a:rPr lang="en-US" sz="2000" dirty="0" smtClean="0"/>
              <a:t>Create the design documents for approval.</a:t>
            </a:r>
          </a:p>
          <a:p>
            <a:pPr lvl="1"/>
            <a:r>
              <a:rPr lang="en-US" sz="2000" dirty="0" smtClean="0"/>
              <a:t>Conversion of DWG file to TXF &amp; CXF file.</a:t>
            </a:r>
          </a:p>
          <a:p>
            <a:pPr lvl="1"/>
            <a:r>
              <a:rPr lang="en-US" sz="2000" dirty="0" smtClean="0"/>
              <a:t>Conversion of DXF file to TXF &amp; CXF file.</a:t>
            </a:r>
          </a:p>
          <a:p>
            <a:pPr lvl="1"/>
            <a:r>
              <a:rPr lang="en-US" sz="2000" dirty="0" smtClean="0"/>
              <a:t>Conversion of CXF file to DWG file with reference of TXF file.</a:t>
            </a:r>
          </a:p>
          <a:p>
            <a:pPr lvl="1"/>
            <a:r>
              <a:rPr lang="en-US" sz="2000" dirty="0" smtClean="0"/>
              <a:t>Conversion of CXF file to DXF file with reference of TXF file.</a:t>
            </a:r>
          </a:p>
          <a:p>
            <a:pPr lvl="1"/>
            <a:r>
              <a:rPr lang="en-US" sz="2000" dirty="0" smtClean="0"/>
              <a:t>Overall testing using different versions of AutoCAD drawings </a:t>
            </a:r>
            <a:r>
              <a:rPr lang="en-US" sz="2000" dirty="0" smtClean="0">
                <a:solidFill>
                  <a:schemeClr val="tx1"/>
                </a:solidFill>
              </a:rPr>
              <a:t>(AutoCAD 2000 and later  versions).</a:t>
            </a:r>
          </a:p>
          <a:p>
            <a:pPr lvl="1"/>
            <a:r>
              <a:rPr lang="en-US" sz="2000" dirty="0" smtClean="0"/>
              <a:t>Deployment &amp; Release of the CXF Conversion system.</a:t>
            </a:r>
          </a:p>
        </p:txBody>
      </p:sp>
      <p:sp>
        <p:nvSpPr>
          <p:cNvPr id="4" name="Slide Number Placeholder 3"/>
          <p:cNvSpPr>
            <a:spLocks noGrp="1"/>
          </p:cNvSpPr>
          <p:nvPr>
            <p:ph type="sldNum" sz="quarter" idx="12"/>
          </p:nvPr>
        </p:nvSpPr>
        <p:spPr/>
        <p:txBody>
          <a:bodyPr/>
          <a:lstStyle/>
          <a:p>
            <a:fld id="{CA8D9AD5-F248-4919-864A-CFD76CC027D6}" type="slidenum">
              <a:rPr lang="en-US" smtClean="0"/>
              <a:pPr/>
              <a:t>8</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spTree>
    <p:extLst>
      <p:ext uri="{BB962C8B-B14F-4D97-AF65-F5344CB8AC3E}">
        <p14:creationId xmlns:p14="http://schemas.microsoft.com/office/powerpoint/2010/main" val="3676793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Implementation</a:t>
            </a:r>
          </a:p>
        </p:txBody>
      </p:sp>
      <p:sp>
        <p:nvSpPr>
          <p:cNvPr id="3" name="Content Placeholder 2"/>
          <p:cNvSpPr>
            <a:spLocks noGrp="1"/>
          </p:cNvSpPr>
          <p:nvPr>
            <p:ph idx="1"/>
          </p:nvPr>
        </p:nvSpPr>
        <p:spPr/>
        <p:txBody>
          <a:bodyPr>
            <a:normAutofit/>
          </a:bodyPr>
          <a:lstStyle/>
          <a:p>
            <a:r>
              <a:rPr lang="en-US" sz="2400" dirty="0" smtClean="0"/>
              <a:t>Procedures </a:t>
            </a:r>
            <a:r>
              <a:rPr lang="en-US" dirty="0" smtClean="0"/>
              <a:t>		</a:t>
            </a:r>
          </a:p>
          <a:p>
            <a:pPr lvl="1"/>
            <a:r>
              <a:rPr lang="en-US" sz="2000" dirty="0" smtClean="0"/>
              <a:t>Research on the CAD file structure &amp; Open Design Alliance utilities.</a:t>
            </a:r>
          </a:p>
          <a:p>
            <a:pPr lvl="1"/>
            <a:r>
              <a:rPr lang="en-US" sz="2000" dirty="0" smtClean="0"/>
              <a:t>Preparation of the project documents based on the research.</a:t>
            </a:r>
          </a:p>
          <a:p>
            <a:pPr lvl="1"/>
            <a:r>
              <a:rPr lang="en-US" sz="2000" dirty="0" smtClean="0"/>
              <a:t>Communication with CWorks for final approval based on the project documents.</a:t>
            </a:r>
          </a:p>
          <a:p>
            <a:pPr lvl="1"/>
            <a:r>
              <a:rPr lang="en-US" sz="2000" dirty="0" smtClean="0"/>
              <a:t>Development of the CXF Conversion system.</a:t>
            </a:r>
          </a:p>
          <a:p>
            <a:pPr lvl="1"/>
            <a:r>
              <a:rPr lang="en-US" sz="2000" dirty="0" smtClean="0"/>
              <a:t>Execute functionality testing using different versions of AutoCAD files.</a:t>
            </a:r>
          </a:p>
          <a:p>
            <a:pPr lvl="1"/>
            <a:r>
              <a:rPr lang="en-US" sz="2000" dirty="0" smtClean="0"/>
              <a:t>Perform final verification in CWorks environment.</a:t>
            </a:r>
            <a:endParaRPr lang="en-US" sz="2000" dirty="0"/>
          </a:p>
        </p:txBody>
      </p:sp>
      <p:sp>
        <p:nvSpPr>
          <p:cNvPr id="4" name="Slide Number Placeholder 3"/>
          <p:cNvSpPr>
            <a:spLocks noGrp="1"/>
          </p:cNvSpPr>
          <p:nvPr>
            <p:ph type="sldNum" sz="quarter" idx="12"/>
          </p:nvPr>
        </p:nvSpPr>
        <p:spPr/>
        <p:txBody>
          <a:bodyPr/>
          <a:lstStyle/>
          <a:p>
            <a:fld id="{CA8D9AD5-F248-4919-864A-CFD76CC027D6}" type="slidenum">
              <a:rPr lang="en-US" smtClean="0"/>
              <a:pPr/>
              <a:t>9</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spTree>
    <p:extLst>
      <p:ext uri="{BB962C8B-B14F-4D97-AF65-F5344CB8AC3E}">
        <p14:creationId xmlns:p14="http://schemas.microsoft.com/office/powerpoint/2010/main" val="3676793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Schedule and Milestones</a:t>
            </a:r>
          </a:p>
        </p:txBody>
      </p:sp>
      <p:sp>
        <p:nvSpPr>
          <p:cNvPr id="5" name="Slide Number Placeholder 4"/>
          <p:cNvSpPr>
            <a:spLocks noGrp="1"/>
          </p:cNvSpPr>
          <p:nvPr>
            <p:ph type="sldNum" sz="quarter" idx="12"/>
          </p:nvPr>
        </p:nvSpPr>
        <p:spPr/>
        <p:txBody>
          <a:bodyPr/>
          <a:lstStyle/>
          <a:p>
            <a:fld id="{CA8D9AD5-F248-4919-864A-CFD76CC027D6}" type="slidenum">
              <a:rPr lang="en-US" smtClean="0"/>
              <a:pPr/>
              <a:t>10</a:t>
            </a:fld>
            <a:endParaRPr lang="en-US" dirty="0"/>
          </a:p>
        </p:txBody>
      </p:sp>
      <p:sp>
        <p:nvSpPr>
          <p:cNvPr id="6" name="Footer Placeholder 5"/>
          <p:cNvSpPr>
            <a:spLocks noGrp="1"/>
          </p:cNvSpPr>
          <p:nvPr>
            <p:ph type="ftr" sz="quarter" idx="11"/>
          </p:nvPr>
        </p:nvSpPr>
        <p:spPr/>
        <p:txBody>
          <a:bodyPr/>
          <a:lstStyle/>
          <a:p>
            <a:r>
              <a:rPr lang="en-US" smtClean="0"/>
              <a:t>Indocosmo Systems Pvt. Ltd. All Rights Reserved</a:t>
            </a:r>
            <a:endParaRPr lang="en-US" dirty="0"/>
          </a:p>
        </p:txBody>
      </p:sp>
      <p:sp>
        <p:nvSpPr>
          <p:cNvPr id="7" name="Content Placeholder 6"/>
          <p:cNvSpPr>
            <a:spLocks noGrp="1"/>
          </p:cNvSpPr>
          <p:nvPr>
            <p:ph idx="1"/>
          </p:nvPr>
        </p:nvSpPr>
        <p:spPr/>
        <p:txBody>
          <a:bodyPr/>
          <a:lstStyle/>
          <a:p>
            <a:pPr>
              <a:buNone/>
            </a:pPr>
            <a:endParaRPr lang="en-US" dirty="0"/>
          </a:p>
        </p:txBody>
      </p:sp>
      <p:graphicFrame>
        <p:nvGraphicFramePr>
          <p:cNvPr id="8" name="Table 7"/>
          <p:cNvGraphicFramePr>
            <a:graphicFrameLocks noGrp="1"/>
          </p:cNvGraphicFramePr>
          <p:nvPr/>
        </p:nvGraphicFramePr>
        <p:xfrm>
          <a:off x="1447800" y="1905000"/>
          <a:ext cx="9296400" cy="2809240"/>
        </p:xfrm>
        <a:graphic>
          <a:graphicData uri="http://schemas.openxmlformats.org/drawingml/2006/table">
            <a:tbl>
              <a:tblPr firstRow="1" bandRow="1">
                <a:tableStyleId>{793D81CF-94F2-401A-BA57-92F5A7B2D0C5}</a:tableStyleId>
              </a:tblPr>
              <a:tblGrid>
                <a:gridCol w="3657600"/>
                <a:gridCol w="3733800"/>
                <a:gridCol w="1905000"/>
              </a:tblGrid>
              <a:tr h="370840">
                <a:tc>
                  <a:txBody>
                    <a:bodyPr/>
                    <a:lstStyle/>
                    <a:p>
                      <a:r>
                        <a:rPr lang="en-US" sz="1800" b="0" i="0" kern="1200" dirty="0" smtClean="0">
                          <a:solidFill>
                            <a:schemeClr val="lt1"/>
                          </a:solidFill>
                          <a:latin typeface="+mn-lt"/>
                          <a:ea typeface="+mn-ea"/>
                          <a:cs typeface="+mn-cs"/>
                        </a:rPr>
                        <a:t>Project Milestones</a:t>
                      </a:r>
                      <a:endParaRPr lang="en-US" dirty="0"/>
                    </a:p>
                  </a:txBody>
                  <a:tcPr/>
                </a:tc>
                <a:tc>
                  <a:txBody>
                    <a:bodyPr/>
                    <a:lstStyle/>
                    <a:p>
                      <a:r>
                        <a:rPr lang="en-US" sz="1800" b="0" i="0" kern="1200" dirty="0" smtClean="0">
                          <a:solidFill>
                            <a:schemeClr val="lt1"/>
                          </a:solidFill>
                          <a:latin typeface="+mn-lt"/>
                          <a:ea typeface="+mn-ea"/>
                          <a:cs typeface="+mn-cs"/>
                        </a:rPr>
                        <a:t>Deliverables</a:t>
                      </a:r>
                      <a:endParaRPr lang="en-US" dirty="0"/>
                    </a:p>
                  </a:txBody>
                  <a:tcPr/>
                </a:tc>
                <a:tc>
                  <a:txBody>
                    <a:bodyPr/>
                    <a:lstStyle/>
                    <a:p>
                      <a:r>
                        <a:rPr lang="en-US" sz="1800" b="0" i="0" kern="1200" dirty="0" smtClean="0">
                          <a:solidFill>
                            <a:schemeClr val="lt1"/>
                          </a:solidFill>
                          <a:latin typeface="+mn-lt"/>
                          <a:ea typeface="+mn-ea"/>
                          <a:cs typeface="+mn-cs"/>
                        </a:rPr>
                        <a:t>Schedule</a:t>
                      </a:r>
                      <a:endParaRPr lang="en-US" dirty="0"/>
                    </a:p>
                  </a:txBody>
                  <a:tcPr/>
                </a:tc>
              </a:tr>
              <a:tr h="370840">
                <a:tc>
                  <a:txBody>
                    <a:bodyPr/>
                    <a:lstStyle/>
                    <a:p>
                      <a:r>
                        <a:rPr lang="en-US" sz="1700" dirty="0" smtClean="0"/>
                        <a:t>Decide the </a:t>
                      </a:r>
                      <a:r>
                        <a:rPr lang="en-US" sz="1700" baseline="0" dirty="0" smtClean="0"/>
                        <a:t>SDK suitable for processing the AutoCAD files.</a:t>
                      </a:r>
                      <a:endParaRPr lang="en-US" sz="1700" dirty="0"/>
                    </a:p>
                  </a:txBody>
                  <a:tcPr/>
                </a:tc>
                <a:tc>
                  <a:txBody>
                    <a:bodyPr/>
                    <a:lstStyle/>
                    <a:p>
                      <a:r>
                        <a:rPr lang="en-US" sz="1700" dirty="0" smtClean="0"/>
                        <a:t>Inform the </a:t>
                      </a:r>
                      <a:r>
                        <a:rPr lang="en-US" sz="1700" baseline="0" dirty="0" smtClean="0"/>
                        <a:t> finding to the customer and get their consent.</a:t>
                      </a:r>
                      <a:endParaRPr lang="en-US" sz="1700" dirty="0"/>
                    </a:p>
                  </a:txBody>
                  <a:tcPr/>
                </a:tc>
                <a:tc>
                  <a:txBody>
                    <a:bodyPr/>
                    <a:lstStyle/>
                    <a:p>
                      <a:r>
                        <a:rPr lang="en-US" sz="1700" dirty="0" smtClean="0"/>
                        <a:t>27-10-2017</a:t>
                      </a:r>
                      <a:endParaRPr lang="en-US" sz="1700" dirty="0"/>
                    </a:p>
                  </a:txBody>
                  <a:tcPr/>
                </a:tc>
              </a:tr>
              <a:tr h="370840">
                <a:tc>
                  <a:txBody>
                    <a:bodyPr/>
                    <a:lstStyle/>
                    <a:p>
                      <a:r>
                        <a:rPr lang="en-US" sz="1700" dirty="0" smtClean="0"/>
                        <a:t>Create the system prototype for client approval.</a:t>
                      </a:r>
                      <a:endParaRPr lang="en-US" sz="1700" dirty="0"/>
                    </a:p>
                  </a:txBody>
                  <a:tcPr/>
                </a:tc>
                <a:tc>
                  <a:txBody>
                    <a:bodyPr/>
                    <a:lstStyle/>
                    <a:p>
                      <a:r>
                        <a:rPr lang="en-US" sz="1700" dirty="0" smtClean="0"/>
                        <a:t>System Prototype</a:t>
                      </a:r>
                      <a:endParaRPr lang="en-US" sz="1700" dirty="0"/>
                    </a:p>
                  </a:txBody>
                  <a:tcPr/>
                </a:tc>
                <a:tc>
                  <a:txBody>
                    <a:bodyPr/>
                    <a:lstStyle/>
                    <a:p>
                      <a:r>
                        <a:rPr lang="en-US" sz="1700" dirty="0" smtClean="0"/>
                        <a:t>03-11-2017</a:t>
                      </a:r>
                      <a:endParaRPr lang="en-US" sz="1700" dirty="0"/>
                    </a:p>
                  </a:txBody>
                  <a:tcPr/>
                </a:tc>
              </a:tr>
              <a:tr h="370840">
                <a:tc>
                  <a:txBody>
                    <a:bodyPr/>
                    <a:lstStyle/>
                    <a:p>
                      <a:r>
                        <a:rPr lang="en-US" sz="1700" dirty="0" smtClean="0"/>
                        <a:t>Design the documents for software development and implementation.</a:t>
                      </a:r>
                      <a:endParaRPr lang="en-US" sz="1700" dirty="0"/>
                    </a:p>
                  </a:txBody>
                  <a:tcPr/>
                </a:tc>
                <a:tc>
                  <a:txBody>
                    <a:bodyPr/>
                    <a:lstStyle/>
                    <a:p>
                      <a:r>
                        <a:rPr lang="en-US" sz="1700" dirty="0" smtClean="0"/>
                        <a:t>System specification &amp; design </a:t>
                      </a:r>
                      <a:r>
                        <a:rPr lang="en-US" sz="1700" baseline="0" dirty="0" smtClean="0"/>
                        <a:t>documents</a:t>
                      </a:r>
                      <a:endParaRPr lang="en-US" sz="1700" dirty="0"/>
                    </a:p>
                  </a:txBody>
                  <a:tcPr/>
                </a:tc>
                <a:tc>
                  <a:txBody>
                    <a:bodyPr/>
                    <a:lstStyle/>
                    <a:p>
                      <a:r>
                        <a:rPr lang="en-US" sz="1700" dirty="0" smtClean="0"/>
                        <a:t>15-11-2017</a:t>
                      </a:r>
                      <a:endParaRPr lang="en-US" sz="1700" dirty="0"/>
                    </a:p>
                  </a:txBody>
                  <a:tcPr/>
                </a:tc>
              </a:tr>
              <a:tr h="370840">
                <a:tc>
                  <a:txBody>
                    <a:bodyPr/>
                    <a:lstStyle/>
                    <a:p>
                      <a:r>
                        <a:rPr lang="en-US" sz="1700" baseline="0" dirty="0" smtClean="0"/>
                        <a:t>Convert objects in DWG files to neutral TXF &amp; CXF format.</a:t>
                      </a:r>
                      <a:endParaRPr lang="en-US" sz="1700" dirty="0"/>
                    </a:p>
                  </a:txBody>
                  <a:tcPr/>
                </a:tc>
                <a:tc>
                  <a:txBody>
                    <a:bodyPr/>
                    <a:lstStyle/>
                    <a:p>
                      <a:r>
                        <a:rPr lang="en-US" sz="1700" dirty="0" smtClean="0"/>
                        <a:t>Interim</a:t>
                      </a:r>
                      <a:r>
                        <a:rPr lang="en-US" sz="1700" baseline="0" dirty="0" smtClean="0"/>
                        <a:t>  progress releases.</a:t>
                      </a:r>
                      <a:endParaRPr lang="en-US" sz="17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700" dirty="0" smtClean="0"/>
                        <a:t>30-11-2017</a:t>
                      </a:r>
                    </a:p>
                  </a:txBody>
                  <a:tcPr/>
                </a:tc>
              </a:tr>
            </a:tbl>
          </a:graphicData>
        </a:graphic>
      </p:graphicFrame>
    </p:spTree>
    <p:extLst>
      <p:ext uri="{BB962C8B-B14F-4D97-AF65-F5344CB8AC3E}">
        <p14:creationId xmlns:p14="http://schemas.microsoft.com/office/powerpoint/2010/main" val="41477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Schedule and Milestones</a:t>
            </a:r>
          </a:p>
        </p:txBody>
      </p:sp>
      <p:sp>
        <p:nvSpPr>
          <p:cNvPr id="5" name="Slide Number Placeholder 4"/>
          <p:cNvSpPr>
            <a:spLocks noGrp="1"/>
          </p:cNvSpPr>
          <p:nvPr>
            <p:ph type="sldNum" sz="quarter" idx="12"/>
          </p:nvPr>
        </p:nvSpPr>
        <p:spPr/>
        <p:txBody>
          <a:bodyPr/>
          <a:lstStyle/>
          <a:p>
            <a:fld id="{CA8D9AD5-F248-4919-864A-CFD76CC027D6}" type="slidenum">
              <a:rPr lang="en-US" smtClean="0"/>
              <a:pPr/>
              <a:t>11</a:t>
            </a:fld>
            <a:endParaRPr lang="en-US" dirty="0"/>
          </a:p>
        </p:txBody>
      </p:sp>
      <p:sp>
        <p:nvSpPr>
          <p:cNvPr id="6" name="Footer Placeholder 5"/>
          <p:cNvSpPr>
            <a:spLocks noGrp="1"/>
          </p:cNvSpPr>
          <p:nvPr>
            <p:ph type="ftr" sz="quarter" idx="11"/>
          </p:nvPr>
        </p:nvSpPr>
        <p:spPr/>
        <p:txBody>
          <a:bodyPr/>
          <a:lstStyle/>
          <a:p>
            <a:r>
              <a:rPr lang="en-US" smtClean="0"/>
              <a:t>Indocosmo Systems Pvt. Ltd. All Rights Reserved</a:t>
            </a:r>
            <a:endParaRPr lang="en-US" dirty="0"/>
          </a:p>
        </p:txBody>
      </p:sp>
      <p:sp>
        <p:nvSpPr>
          <p:cNvPr id="7" name="Content Placeholder 6"/>
          <p:cNvSpPr>
            <a:spLocks noGrp="1"/>
          </p:cNvSpPr>
          <p:nvPr>
            <p:ph idx="1"/>
          </p:nvPr>
        </p:nvSpPr>
        <p:spPr/>
        <p:txBody>
          <a:bodyPr/>
          <a:lstStyle/>
          <a:p>
            <a:pPr>
              <a:buNone/>
            </a:pPr>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1458072517"/>
              </p:ext>
            </p:extLst>
          </p:nvPr>
        </p:nvGraphicFramePr>
        <p:xfrm>
          <a:off x="1447800" y="1905000"/>
          <a:ext cx="9448800" cy="2331720"/>
        </p:xfrm>
        <a:graphic>
          <a:graphicData uri="http://schemas.openxmlformats.org/drawingml/2006/table">
            <a:tbl>
              <a:tblPr firstRow="1" bandRow="1">
                <a:tableStyleId>{793D81CF-94F2-401A-BA57-92F5A7B2D0C5}</a:tableStyleId>
              </a:tblPr>
              <a:tblGrid>
                <a:gridCol w="3962400"/>
                <a:gridCol w="3581400"/>
                <a:gridCol w="1905000"/>
              </a:tblGrid>
              <a:tr h="370840">
                <a:tc>
                  <a:txBody>
                    <a:bodyPr/>
                    <a:lstStyle/>
                    <a:p>
                      <a:r>
                        <a:rPr lang="en-US" sz="1800" b="0" i="0" kern="1200" dirty="0" smtClean="0">
                          <a:solidFill>
                            <a:schemeClr val="lt1"/>
                          </a:solidFill>
                          <a:latin typeface="+mn-lt"/>
                          <a:ea typeface="+mn-ea"/>
                          <a:cs typeface="+mn-cs"/>
                        </a:rPr>
                        <a:t>Project Milestones</a:t>
                      </a:r>
                      <a:endParaRPr lang="en-US" dirty="0"/>
                    </a:p>
                  </a:txBody>
                  <a:tcPr/>
                </a:tc>
                <a:tc>
                  <a:txBody>
                    <a:bodyPr/>
                    <a:lstStyle/>
                    <a:p>
                      <a:r>
                        <a:rPr lang="en-US" sz="1800" b="0" i="0" kern="1200" dirty="0" smtClean="0">
                          <a:solidFill>
                            <a:schemeClr val="lt1"/>
                          </a:solidFill>
                          <a:latin typeface="+mn-lt"/>
                          <a:ea typeface="+mn-ea"/>
                          <a:cs typeface="+mn-cs"/>
                        </a:rPr>
                        <a:t>Deliverables</a:t>
                      </a:r>
                      <a:endParaRPr lang="en-US" dirty="0"/>
                    </a:p>
                  </a:txBody>
                  <a:tcPr/>
                </a:tc>
                <a:tc>
                  <a:txBody>
                    <a:bodyPr/>
                    <a:lstStyle/>
                    <a:p>
                      <a:r>
                        <a:rPr lang="en-US" sz="1800" b="0" i="0" kern="1200" dirty="0" smtClean="0">
                          <a:solidFill>
                            <a:schemeClr val="lt1"/>
                          </a:solidFill>
                          <a:latin typeface="+mn-lt"/>
                          <a:ea typeface="+mn-ea"/>
                          <a:cs typeface="+mn-cs"/>
                        </a:rPr>
                        <a:t>Schedule</a:t>
                      </a:r>
                      <a:endParaRPr lang="en-US" dirty="0"/>
                    </a:p>
                  </a:txBody>
                  <a:tcPr/>
                </a:tc>
              </a:tr>
              <a:tr h="370840">
                <a:tc>
                  <a:txBody>
                    <a:bodyPr/>
                    <a:lstStyle/>
                    <a:p>
                      <a:r>
                        <a:rPr lang="en-US" sz="1700" baseline="0" dirty="0" smtClean="0"/>
                        <a:t>Convert objects in </a:t>
                      </a:r>
                      <a:r>
                        <a:rPr lang="en-US" sz="1700" baseline="0" dirty="0" smtClean="0"/>
                        <a:t>DWG </a:t>
                      </a:r>
                      <a:r>
                        <a:rPr lang="en-US" sz="1700" baseline="0" dirty="0" smtClean="0"/>
                        <a:t>files to neutral TXF &amp; CXF format.</a:t>
                      </a:r>
                      <a:endParaRPr lang="en-US" sz="1700" dirty="0"/>
                    </a:p>
                  </a:txBody>
                  <a:tcPr/>
                </a:tc>
                <a:tc>
                  <a:txBody>
                    <a:bodyPr/>
                    <a:lstStyle/>
                    <a:p>
                      <a:r>
                        <a:rPr lang="en-US" sz="1700" dirty="0" smtClean="0"/>
                        <a:t>Interim</a:t>
                      </a:r>
                      <a:r>
                        <a:rPr lang="en-US" sz="1700" baseline="0" dirty="0" smtClean="0"/>
                        <a:t>  progress releases.</a:t>
                      </a:r>
                      <a:endParaRPr lang="en-US" sz="17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700" dirty="0" smtClean="0"/>
                        <a:t>15-01-2017</a:t>
                      </a:r>
                      <a:endParaRPr lang="en-US" sz="1700" dirty="0" smtClean="0"/>
                    </a:p>
                  </a:txBody>
                  <a:tcPr/>
                </a:tc>
              </a:tr>
              <a:tr h="370840">
                <a:tc>
                  <a:txBody>
                    <a:bodyPr/>
                    <a:lstStyle/>
                    <a:p>
                      <a:r>
                        <a:rPr lang="en-US" sz="1700" baseline="0" dirty="0" smtClean="0"/>
                        <a:t>Convert neutral CXF format to DXF files with reference of TXF file.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700" dirty="0" smtClean="0"/>
                        <a:t>Interim</a:t>
                      </a:r>
                      <a:r>
                        <a:rPr lang="en-US" sz="1700" baseline="0" dirty="0" smtClean="0"/>
                        <a:t>  progress releases.</a:t>
                      </a:r>
                      <a:endParaRPr lang="en-US" sz="1700"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700" dirty="0" smtClean="0"/>
                        <a:t>15-02-2018</a:t>
                      </a:r>
                      <a:endParaRPr lang="en-US" sz="1700" dirty="0" smtClean="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700" baseline="0" dirty="0" smtClean="0"/>
                        <a:t>Finish testing and fixing the issues found</a:t>
                      </a:r>
                      <a:endParaRPr lang="en-US" sz="1700" dirty="0" smtClean="0"/>
                    </a:p>
                  </a:txBody>
                  <a:tcPr/>
                </a:tc>
                <a:tc>
                  <a:txBody>
                    <a:bodyPr/>
                    <a:lstStyle/>
                    <a:p>
                      <a:r>
                        <a:rPr lang="en-US" sz="1700" dirty="0" smtClean="0"/>
                        <a:t>Deliver the system for UAT</a:t>
                      </a:r>
                      <a:endParaRPr lang="en-US" sz="1700" dirty="0"/>
                    </a:p>
                  </a:txBody>
                  <a:tcPr/>
                </a:tc>
                <a:tc>
                  <a:txBody>
                    <a:bodyPr/>
                    <a:lstStyle/>
                    <a:p>
                      <a:r>
                        <a:rPr lang="en-US" sz="1700" dirty="0" smtClean="0"/>
                        <a:t>15-03-2018</a:t>
                      </a:r>
                      <a:endParaRPr lang="en-US" sz="1700" dirty="0"/>
                    </a:p>
                  </a:txBody>
                  <a:tcPr/>
                </a:tc>
              </a:tr>
              <a:tr h="370840">
                <a:tc>
                  <a:txBody>
                    <a:bodyPr/>
                    <a:lstStyle/>
                    <a:p>
                      <a:r>
                        <a:rPr lang="en-US" sz="1700" dirty="0" smtClean="0"/>
                        <a:t>Finish UAT and sign off.</a:t>
                      </a:r>
                      <a:endParaRPr lang="en-US" sz="1700" dirty="0"/>
                    </a:p>
                  </a:txBody>
                  <a:tcPr/>
                </a:tc>
                <a:tc>
                  <a:txBody>
                    <a:bodyPr/>
                    <a:lstStyle/>
                    <a:p>
                      <a:endParaRPr lang="en-US" sz="1700" dirty="0"/>
                    </a:p>
                  </a:txBody>
                  <a:tcPr/>
                </a:tc>
                <a:tc>
                  <a:txBody>
                    <a:bodyPr/>
                    <a:lstStyle/>
                    <a:p>
                      <a:r>
                        <a:rPr lang="en-US" sz="1700" dirty="0" smtClean="0"/>
                        <a:t>31-03-2018</a:t>
                      </a:r>
                      <a:endParaRPr lang="en-US" sz="1700" dirty="0"/>
                    </a:p>
                  </a:txBody>
                  <a:tcPr/>
                </a:tc>
              </a:tr>
            </a:tbl>
          </a:graphicData>
        </a:graphic>
      </p:graphicFrame>
    </p:spTree>
    <p:extLst>
      <p:ext uri="{BB962C8B-B14F-4D97-AF65-F5344CB8AC3E}">
        <p14:creationId xmlns:p14="http://schemas.microsoft.com/office/powerpoint/2010/main" val="41477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Team </a:t>
            </a:r>
            <a:r>
              <a:rPr lang="en-US" dirty="0"/>
              <a:t>Roles and Responsibilities</a:t>
            </a:r>
          </a:p>
        </p:txBody>
      </p:sp>
      <p:graphicFrame>
        <p:nvGraphicFramePr>
          <p:cNvPr id="6" name="Content Placeholder 5" descr="Organization chart showing one Project Manager box at the top, one Administrative Assistant box on the second level below the first and four Member Role boxes on the third bottom level"/>
          <p:cNvGraphicFramePr>
            <a:graphicFrameLocks noGrp="1"/>
          </p:cNvGraphicFramePr>
          <p:nvPr>
            <p:ph idx="1"/>
            <p:extLst>
              <p:ext uri="{D42A27DB-BD31-4B8C-83A1-F6EECF244321}">
                <p14:modId xmlns:p14="http://schemas.microsoft.com/office/powerpoint/2010/main" val="505611118"/>
              </p:ext>
            </p:extLst>
          </p:nvPr>
        </p:nvGraphicFramePr>
        <p:xfrm>
          <a:off x="1341438" y="1901825"/>
          <a:ext cx="9509125" cy="4127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p:cNvSpPr>
            <a:spLocks noGrp="1"/>
          </p:cNvSpPr>
          <p:nvPr>
            <p:ph type="sldNum" sz="quarter" idx="12"/>
          </p:nvPr>
        </p:nvSpPr>
        <p:spPr/>
        <p:txBody>
          <a:bodyPr/>
          <a:lstStyle/>
          <a:p>
            <a:fld id="{CA8D9AD5-F248-4919-864A-CFD76CC027D6}" type="slidenum">
              <a:rPr lang="en-US" smtClean="0"/>
              <a:pPr/>
              <a:t>12</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spTree>
    <p:extLst>
      <p:ext uri="{BB962C8B-B14F-4D97-AF65-F5344CB8AC3E}">
        <p14:creationId xmlns:p14="http://schemas.microsoft.com/office/powerpoint/2010/main" val="559315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Team </a:t>
            </a:r>
            <a:r>
              <a:rPr lang="en-US" dirty="0"/>
              <a:t>Roles and Responsibilities</a:t>
            </a:r>
          </a:p>
        </p:txBody>
      </p:sp>
      <p:sp>
        <p:nvSpPr>
          <p:cNvPr id="4" name="Slide Number Placeholder 3"/>
          <p:cNvSpPr>
            <a:spLocks noGrp="1"/>
          </p:cNvSpPr>
          <p:nvPr>
            <p:ph type="sldNum" sz="quarter" idx="12"/>
          </p:nvPr>
        </p:nvSpPr>
        <p:spPr/>
        <p:txBody>
          <a:bodyPr/>
          <a:lstStyle/>
          <a:p>
            <a:fld id="{CA8D9AD5-F248-4919-864A-CFD76CC027D6}" type="slidenum">
              <a:rPr lang="en-US" smtClean="0"/>
              <a:pPr/>
              <a:t>13</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4115231147"/>
              </p:ext>
            </p:extLst>
          </p:nvPr>
        </p:nvGraphicFramePr>
        <p:xfrm>
          <a:off x="1447800" y="1905000"/>
          <a:ext cx="9372600" cy="4119880"/>
        </p:xfrm>
        <a:graphic>
          <a:graphicData uri="http://schemas.openxmlformats.org/drawingml/2006/table">
            <a:tbl>
              <a:tblPr firstRow="1" bandRow="1">
                <a:tableStyleId>{793D81CF-94F2-401A-BA57-92F5A7B2D0C5}</a:tableStyleId>
              </a:tblPr>
              <a:tblGrid>
                <a:gridCol w="3124200"/>
                <a:gridCol w="6248400"/>
              </a:tblGrid>
              <a:tr h="370840">
                <a:tc>
                  <a:txBody>
                    <a:bodyPr/>
                    <a:lstStyle/>
                    <a:p>
                      <a:r>
                        <a:rPr lang="en-US" dirty="0" smtClean="0"/>
                        <a:t>Roles</a:t>
                      </a:r>
                      <a:endParaRPr lang="en-US" dirty="0"/>
                    </a:p>
                  </a:txBody>
                  <a:tcPr/>
                </a:tc>
                <a:tc>
                  <a:txBody>
                    <a:bodyPr/>
                    <a:lstStyle/>
                    <a:p>
                      <a:r>
                        <a:rPr lang="en-US" dirty="0" smtClean="0"/>
                        <a:t>Responsibilities</a:t>
                      </a:r>
                      <a:endParaRPr lang="en-US" dirty="0"/>
                    </a:p>
                  </a:txBody>
                  <a:tcPr/>
                </a:tc>
              </a:tr>
              <a:tr h="370840">
                <a:tc>
                  <a:txBody>
                    <a:bodyPr/>
                    <a:lstStyle/>
                    <a:p>
                      <a:r>
                        <a:rPr lang="en-US" dirty="0" smtClean="0"/>
                        <a:t>Project Manager</a:t>
                      </a:r>
                      <a:endParaRPr lang="en-US" dirty="0"/>
                    </a:p>
                  </a:txBody>
                  <a:tcPr/>
                </a:tc>
                <a:tc>
                  <a:txBody>
                    <a:bodyPr/>
                    <a:lstStyle/>
                    <a:p>
                      <a:pPr marL="342900" indent="-342900">
                        <a:buFont typeface="+mj-lt"/>
                        <a:buAutoNum type="arabicPeriod"/>
                      </a:pPr>
                      <a:r>
                        <a:rPr lang="en-US" sz="1800" b="0" i="0" kern="1200" dirty="0" smtClean="0">
                          <a:solidFill>
                            <a:schemeClr val="dk1"/>
                          </a:solidFill>
                          <a:latin typeface="+mn-lt"/>
                          <a:ea typeface="+mn-ea"/>
                          <a:cs typeface="+mn-cs"/>
                        </a:rPr>
                        <a:t>Planning and Defining Scope.</a:t>
                      </a:r>
                    </a:p>
                    <a:p>
                      <a:pPr marL="342900" indent="-342900">
                        <a:buFont typeface="+mj-lt"/>
                        <a:buAutoNum type="arabicPeriod"/>
                      </a:pPr>
                      <a:r>
                        <a:rPr lang="en-US" sz="1800" b="0" i="0" kern="1200" dirty="0" smtClean="0">
                          <a:solidFill>
                            <a:schemeClr val="dk1"/>
                          </a:solidFill>
                          <a:latin typeface="+mn-lt"/>
                          <a:ea typeface="+mn-ea"/>
                          <a:cs typeface="+mn-cs"/>
                        </a:rPr>
                        <a:t>Resource Planning.</a:t>
                      </a:r>
                    </a:p>
                    <a:p>
                      <a:pPr marL="342900" indent="-342900">
                        <a:buFont typeface="+mj-lt"/>
                        <a:buAutoNum type="arabicPeriod"/>
                      </a:pPr>
                      <a:r>
                        <a:rPr lang="en-US" sz="1800" b="0" i="0" kern="1200" dirty="0" smtClean="0">
                          <a:solidFill>
                            <a:schemeClr val="tx1"/>
                          </a:solidFill>
                          <a:latin typeface="+mn-lt"/>
                          <a:ea typeface="+mn-ea"/>
                          <a:cs typeface="+mn-cs"/>
                        </a:rPr>
                        <a:t>High level schedule estimation.</a:t>
                      </a:r>
                    </a:p>
                    <a:p>
                      <a:pPr marL="342900" indent="-342900">
                        <a:buFont typeface="+mj-lt"/>
                        <a:buAutoNum type="arabicPeriod"/>
                      </a:pPr>
                      <a:r>
                        <a:rPr lang="en-US" sz="1800" b="0" i="0" kern="1200" dirty="0" smtClean="0">
                          <a:solidFill>
                            <a:schemeClr val="dk1"/>
                          </a:solidFill>
                          <a:latin typeface="+mn-lt"/>
                          <a:ea typeface="+mn-ea"/>
                          <a:cs typeface="+mn-cs"/>
                        </a:rPr>
                        <a:t>Cost Estimation.</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800" b="0" i="0" kern="1200" dirty="0" smtClean="0">
                          <a:solidFill>
                            <a:schemeClr val="dk1"/>
                          </a:solidFill>
                          <a:latin typeface="+mn-lt"/>
                          <a:ea typeface="+mn-ea"/>
                          <a:cs typeface="+mn-cs"/>
                        </a:rPr>
                        <a:t>Budget Planning.</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800" b="0" i="0" kern="1200" dirty="0" smtClean="0">
                          <a:solidFill>
                            <a:schemeClr val="tx1"/>
                          </a:solidFill>
                          <a:latin typeface="+mn-lt"/>
                          <a:ea typeface="+mn-ea"/>
                          <a:cs typeface="+mn-cs"/>
                        </a:rPr>
                        <a:t>Risk Management.</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800" b="0" i="0" kern="1200" dirty="0" smtClean="0">
                          <a:solidFill>
                            <a:schemeClr val="tx1"/>
                          </a:solidFill>
                          <a:latin typeface="+mn-lt"/>
                          <a:ea typeface="+mn-ea"/>
                          <a:cs typeface="+mn-cs"/>
                        </a:rPr>
                        <a:t>Project Status Monitoring &amp; Control</a:t>
                      </a:r>
                    </a:p>
                  </a:txBody>
                  <a:tcPr/>
                </a:tc>
              </a:tr>
              <a:tr h="370840">
                <a:tc>
                  <a:txBody>
                    <a:bodyPr/>
                    <a:lstStyle/>
                    <a:p>
                      <a:r>
                        <a:rPr lang="en-US" dirty="0" smtClean="0"/>
                        <a:t>Project Leader</a:t>
                      </a:r>
                      <a:endParaRPr lang="en-US" dirty="0"/>
                    </a:p>
                  </a:txBody>
                  <a:tcPr/>
                </a:tc>
                <a:tc>
                  <a:txBody>
                    <a:bodyPr/>
                    <a:lstStyle/>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800" b="0" i="0" kern="1200" dirty="0" smtClean="0">
                          <a:solidFill>
                            <a:schemeClr val="tx1"/>
                          </a:solidFill>
                          <a:latin typeface="+mn-lt"/>
                          <a:ea typeface="+mn-ea"/>
                          <a:cs typeface="+mn-cs"/>
                        </a:rPr>
                        <a:t>Activity Planning and Sequencing.</a:t>
                      </a:r>
                    </a:p>
                    <a:p>
                      <a:pPr marL="342900" indent="-342900">
                        <a:buFont typeface="+mj-lt"/>
                        <a:buAutoNum type="arabicPeriod"/>
                      </a:pPr>
                      <a:r>
                        <a:rPr lang="en-US" sz="1800" b="0" i="0" kern="1200" dirty="0" smtClean="0">
                          <a:solidFill>
                            <a:schemeClr val="tx1"/>
                          </a:solidFill>
                          <a:latin typeface="+mn-lt"/>
                          <a:ea typeface="+mn-ea"/>
                          <a:cs typeface="+mn-cs"/>
                        </a:rPr>
                        <a:t>Develop detail Schedule.</a:t>
                      </a:r>
                    </a:p>
                    <a:p>
                      <a:pPr marL="342900" indent="-342900">
                        <a:buFont typeface="+mj-lt"/>
                        <a:buAutoNum type="arabicPeriod"/>
                      </a:pPr>
                      <a:r>
                        <a:rPr lang="en-US" sz="1800" b="0" i="0" kern="1200" dirty="0" smtClean="0">
                          <a:solidFill>
                            <a:schemeClr val="dk1"/>
                          </a:solidFill>
                          <a:latin typeface="+mn-lt"/>
                          <a:ea typeface="+mn-ea"/>
                          <a:cs typeface="+mn-cs"/>
                        </a:rPr>
                        <a:t>Activity Time Estimation.</a:t>
                      </a:r>
                    </a:p>
                    <a:p>
                      <a:pPr marL="342900" indent="-342900">
                        <a:buFont typeface="+mj-lt"/>
                        <a:buAutoNum type="arabicPeriod"/>
                      </a:pPr>
                      <a:r>
                        <a:rPr lang="en-US" sz="1800" b="0" i="0" kern="1200" dirty="0" smtClean="0">
                          <a:solidFill>
                            <a:schemeClr val="dk1"/>
                          </a:solidFill>
                          <a:latin typeface="+mn-lt"/>
                          <a:ea typeface="+mn-ea"/>
                          <a:cs typeface="+mn-cs"/>
                        </a:rPr>
                        <a:t>Documentation.</a:t>
                      </a:r>
                    </a:p>
                    <a:p>
                      <a:pPr marL="342900" indent="-342900">
                        <a:buFont typeface="+mj-lt"/>
                        <a:buAutoNum type="arabicPeriod"/>
                      </a:pPr>
                      <a:r>
                        <a:rPr lang="en-US" sz="1800" b="0" i="0" kern="1200" dirty="0" smtClean="0">
                          <a:solidFill>
                            <a:schemeClr val="tx1"/>
                          </a:solidFill>
                          <a:latin typeface="+mn-lt"/>
                          <a:ea typeface="+mn-ea"/>
                          <a:cs typeface="+mn-cs"/>
                        </a:rPr>
                        <a:t>Risk Identification and Analysis.</a:t>
                      </a:r>
                    </a:p>
                    <a:p>
                      <a:pPr marL="342900" indent="-342900">
                        <a:buFont typeface="+mj-lt"/>
                        <a:buAutoNum type="arabicPeriod"/>
                      </a:pPr>
                      <a:r>
                        <a:rPr lang="en-US" sz="1800" b="0" i="0" kern="1200" dirty="0" smtClean="0">
                          <a:solidFill>
                            <a:schemeClr val="dk1"/>
                          </a:solidFill>
                          <a:latin typeface="+mn-lt"/>
                          <a:ea typeface="+mn-ea"/>
                          <a:cs typeface="+mn-cs"/>
                        </a:rPr>
                        <a:t>Monitoring activity status &amp; reporting status/progress to PM.</a:t>
                      </a:r>
                    </a:p>
                  </a:txBody>
                  <a:tcPr/>
                </a:tc>
              </a:tr>
            </a:tbl>
          </a:graphicData>
        </a:graphic>
      </p:graphicFrame>
    </p:spTree>
    <p:extLst>
      <p:ext uri="{BB962C8B-B14F-4D97-AF65-F5344CB8AC3E}">
        <p14:creationId xmlns:p14="http://schemas.microsoft.com/office/powerpoint/2010/main" val="559315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Team </a:t>
            </a:r>
            <a:r>
              <a:rPr lang="en-US" dirty="0"/>
              <a:t>Roles and Responsibilities</a:t>
            </a:r>
          </a:p>
        </p:txBody>
      </p:sp>
      <p:sp>
        <p:nvSpPr>
          <p:cNvPr id="4" name="Slide Number Placeholder 3"/>
          <p:cNvSpPr>
            <a:spLocks noGrp="1"/>
          </p:cNvSpPr>
          <p:nvPr>
            <p:ph type="sldNum" sz="quarter" idx="12"/>
          </p:nvPr>
        </p:nvSpPr>
        <p:spPr/>
        <p:txBody>
          <a:bodyPr/>
          <a:lstStyle/>
          <a:p>
            <a:fld id="{CA8D9AD5-F248-4919-864A-CFD76CC027D6}" type="slidenum">
              <a:rPr lang="en-US" smtClean="0"/>
              <a:pPr/>
              <a:t>14</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2126347576"/>
              </p:ext>
            </p:extLst>
          </p:nvPr>
        </p:nvGraphicFramePr>
        <p:xfrm>
          <a:off x="1447800" y="1905000"/>
          <a:ext cx="9448800" cy="2473960"/>
        </p:xfrm>
        <a:graphic>
          <a:graphicData uri="http://schemas.openxmlformats.org/drawingml/2006/table">
            <a:tbl>
              <a:tblPr firstRow="1" bandRow="1">
                <a:tableStyleId>{793D81CF-94F2-401A-BA57-92F5A7B2D0C5}</a:tableStyleId>
              </a:tblPr>
              <a:tblGrid>
                <a:gridCol w="3124200"/>
                <a:gridCol w="6324600"/>
              </a:tblGrid>
              <a:tr h="370840">
                <a:tc>
                  <a:txBody>
                    <a:bodyPr/>
                    <a:lstStyle/>
                    <a:p>
                      <a:r>
                        <a:rPr lang="en-US" dirty="0" smtClean="0"/>
                        <a:t>Roles</a:t>
                      </a:r>
                      <a:endParaRPr lang="en-US" dirty="0"/>
                    </a:p>
                  </a:txBody>
                  <a:tcPr/>
                </a:tc>
                <a:tc>
                  <a:txBody>
                    <a:bodyPr/>
                    <a:lstStyle/>
                    <a:p>
                      <a:r>
                        <a:rPr lang="en-US" dirty="0" smtClean="0"/>
                        <a:t>Responsibilities</a:t>
                      </a:r>
                      <a:endParaRPr lang="en-US" dirty="0"/>
                    </a:p>
                  </a:txBody>
                  <a:tcPr/>
                </a:tc>
              </a:tr>
              <a:tr h="370840">
                <a:tc>
                  <a:txBody>
                    <a:bodyPr/>
                    <a:lstStyle/>
                    <a:p>
                      <a:r>
                        <a:rPr lang="en-US" dirty="0" smtClean="0"/>
                        <a:t>Senior Developer</a:t>
                      </a:r>
                      <a:endParaRPr lang="en-US" dirty="0"/>
                    </a:p>
                  </a:txBody>
                  <a:tcPr/>
                </a:tc>
                <a:tc>
                  <a:txBody>
                    <a:bodyPr/>
                    <a:lstStyle/>
                    <a:p>
                      <a:pPr marL="342900" indent="-342900">
                        <a:buFont typeface="+mj-lt"/>
                        <a:buAutoNum type="arabicPeriod"/>
                      </a:pPr>
                      <a:r>
                        <a:rPr lang="en-US" sz="1800" b="0" i="0" kern="1200" dirty="0" smtClean="0">
                          <a:solidFill>
                            <a:schemeClr val="dk1"/>
                          </a:solidFill>
                          <a:latin typeface="+mn-lt"/>
                          <a:ea typeface="+mn-ea"/>
                          <a:cs typeface="+mn-cs"/>
                        </a:rPr>
                        <a:t>System Design &amp; Development</a:t>
                      </a:r>
                      <a:r>
                        <a:rPr lang="en-US" sz="1800" b="0" i="0" kern="1200" baseline="0" dirty="0" smtClean="0">
                          <a:solidFill>
                            <a:schemeClr val="dk1"/>
                          </a:solidFill>
                          <a:latin typeface="+mn-lt"/>
                          <a:ea typeface="+mn-ea"/>
                          <a:cs typeface="+mn-cs"/>
                        </a:rPr>
                        <a:t> </a:t>
                      </a:r>
                    </a:p>
                    <a:p>
                      <a:pPr marL="342900" indent="-342900">
                        <a:buFont typeface="+mj-lt"/>
                        <a:buAutoNum type="arabicPeriod"/>
                      </a:pPr>
                      <a:r>
                        <a:rPr lang="en-US" sz="1800" b="0" i="0" kern="1200" dirty="0" smtClean="0">
                          <a:solidFill>
                            <a:schemeClr val="dk1"/>
                          </a:solidFill>
                          <a:latin typeface="+mn-lt"/>
                          <a:ea typeface="+mn-ea"/>
                          <a:cs typeface="+mn-cs"/>
                        </a:rPr>
                        <a:t>Research and evaluate suitable libraries. </a:t>
                      </a:r>
                    </a:p>
                    <a:p>
                      <a:pPr marL="342900" indent="-342900">
                        <a:buFont typeface="+mj-lt"/>
                        <a:buAutoNum type="arabicPeriod" startAt="3"/>
                      </a:pPr>
                      <a:r>
                        <a:rPr lang="en-US" sz="1800" b="0" i="0" kern="1200" dirty="0" smtClean="0">
                          <a:solidFill>
                            <a:schemeClr val="dk1"/>
                          </a:solidFill>
                          <a:latin typeface="+mn-lt"/>
                          <a:ea typeface="+mn-ea"/>
                          <a:cs typeface="+mn-cs"/>
                        </a:rPr>
                        <a:t>Design &amp; develop unit testing procedures and activities.</a:t>
                      </a:r>
                    </a:p>
                    <a:p>
                      <a:pPr marL="342900" indent="-342900">
                        <a:buFont typeface="+mj-lt"/>
                        <a:buAutoNum type="arabicPeriod" startAt="3"/>
                      </a:pPr>
                      <a:r>
                        <a:rPr lang="en-US" sz="1800" b="0" i="0" kern="1200" dirty="0" smtClean="0">
                          <a:solidFill>
                            <a:schemeClr val="tx1"/>
                          </a:solidFill>
                          <a:latin typeface="+mn-lt"/>
                          <a:ea typeface="+mn-ea"/>
                          <a:cs typeface="+mn-cs"/>
                        </a:rPr>
                        <a:t>Fixing of bugs reported by testing</a:t>
                      </a:r>
                      <a:r>
                        <a:rPr lang="en-US" sz="1800" b="0" i="0" kern="1200" baseline="0" dirty="0" smtClean="0">
                          <a:solidFill>
                            <a:schemeClr val="tx1"/>
                          </a:solidFill>
                          <a:latin typeface="+mn-lt"/>
                          <a:ea typeface="+mn-ea"/>
                          <a:cs typeface="+mn-cs"/>
                        </a:rPr>
                        <a:t> team.</a:t>
                      </a:r>
                      <a:endParaRPr lang="en-US" sz="1800" b="0" i="0" kern="1200" dirty="0" smtClean="0">
                        <a:solidFill>
                          <a:schemeClr val="tx1"/>
                        </a:solidFill>
                        <a:latin typeface="+mn-lt"/>
                        <a:ea typeface="+mn-ea"/>
                        <a:cs typeface="+mn-cs"/>
                      </a:endParaRPr>
                    </a:p>
                    <a:p>
                      <a:pPr marL="342900" indent="-342900">
                        <a:buFont typeface="+mj-lt"/>
                        <a:buAutoNum type="arabicPeriod" startAt="3"/>
                      </a:pPr>
                      <a:r>
                        <a:rPr lang="en-US" sz="1800" b="0" i="0" kern="1200" dirty="0" smtClean="0">
                          <a:solidFill>
                            <a:schemeClr val="dk1"/>
                          </a:solidFill>
                          <a:latin typeface="+mn-lt"/>
                          <a:ea typeface="+mn-ea"/>
                          <a:cs typeface="+mn-cs"/>
                        </a:rPr>
                        <a:t>Implement best practices, standards and procedures.</a:t>
                      </a:r>
                    </a:p>
                  </a:txBody>
                  <a:tcPr/>
                </a:tc>
              </a:tr>
              <a:tr h="370840">
                <a:tc>
                  <a:txBody>
                    <a:bodyPr/>
                    <a:lstStyle/>
                    <a:p>
                      <a:r>
                        <a:rPr lang="en-US" dirty="0" smtClean="0"/>
                        <a:t>Communicative Person</a:t>
                      </a:r>
                      <a:endParaRPr lang="en-US" dirty="0"/>
                    </a:p>
                  </a:txBody>
                  <a:tcPr/>
                </a:tc>
                <a:tc>
                  <a:txBody>
                    <a:bodyPr/>
                    <a:lstStyle/>
                    <a:p>
                      <a:pPr marL="342900" indent="-342900">
                        <a:buFont typeface="+mj-lt"/>
                        <a:buAutoNum type="arabicPeriod"/>
                      </a:pPr>
                      <a:r>
                        <a:rPr lang="en-US" sz="1800" b="0" i="0" kern="1200" dirty="0" smtClean="0">
                          <a:solidFill>
                            <a:schemeClr val="dk1"/>
                          </a:solidFill>
                          <a:latin typeface="+mn-lt"/>
                          <a:ea typeface="+mn-ea"/>
                          <a:cs typeface="+mn-cs"/>
                        </a:rPr>
                        <a:t>Clarification of doubts regarding the project</a:t>
                      </a:r>
                      <a:r>
                        <a:rPr lang="en-US" sz="1800" b="0" i="0" kern="1200" baseline="0" dirty="0" smtClean="0">
                          <a:solidFill>
                            <a:schemeClr val="dk1"/>
                          </a:solidFill>
                          <a:latin typeface="+mn-lt"/>
                          <a:ea typeface="+mn-ea"/>
                          <a:cs typeface="+mn-cs"/>
                        </a:rPr>
                        <a:t> with client.</a:t>
                      </a:r>
                    </a:p>
                    <a:p>
                      <a:pPr marL="342900" indent="-342900">
                        <a:buFont typeface="+mj-lt"/>
                        <a:buAutoNum type="arabicPeriod"/>
                      </a:pPr>
                      <a:r>
                        <a:rPr lang="en-US" sz="1800" b="0" i="0" kern="1200" baseline="0" dirty="0" smtClean="0">
                          <a:solidFill>
                            <a:schemeClr val="dk1"/>
                          </a:solidFill>
                          <a:latin typeface="+mn-lt"/>
                          <a:ea typeface="+mn-ea"/>
                          <a:cs typeface="+mn-cs"/>
                        </a:rPr>
                        <a:t>Conversion of mails from client and explain to the team.</a:t>
                      </a:r>
                      <a:endParaRPr lang="en-US" sz="1800" b="0" i="0" kern="1200" dirty="0" smtClean="0">
                        <a:solidFill>
                          <a:schemeClr val="dk1"/>
                        </a:solidFill>
                        <a:latin typeface="+mn-lt"/>
                        <a:ea typeface="+mn-ea"/>
                        <a:cs typeface="+mn-cs"/>
                      </a:endParaRPr>
                    </a:p>
                  </a:txBody>
                  <a:tcPr/>
                </a:tc>
              </a:tr>
            </a:tbl>
          </a:graphicData>
        </a:graphic>
      </p:graphicFrame>
    </p:spTree>
    <p:extLst>
      <p:ext uri="{BB962C8B-B14F-4D97-AF65-F5344CB8AC3E}">
        <p14:creationId xmlns:p14="http://schemas.microsoft.com/office/powerpoint/2010/main" val="559315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Team </a:t>
            </a:r>
            <a:r>
              <a:rPr lang="en-US" dirty="0"/>
              <a:t>Roles and Responsibilities</a:t>
            </a:r>
          </a:p>
        </p:txBody>
      </p:sp>
      <p:sp>
        <p:nvSpPr>
          <p:cNvPr id="4" name="Slide Number Placeholder 3"/>
          <p:cNvSpPr>
            <a:spLocks noGrp="1"/>
          </p:cNvSpPr>
          <p:nvPr>
            <p:ph type="sldNum" sz="quarter" idx="12"/>
          </p:nvPr>
        </p:nvSpPr>
        <p:spPr/>
        <p:txBody>
          <a:bodyPr/>
          <a:lstStyle/>
          <a:p>
            <a:fld id="{CA8D9AD5-F248-4919-864A-CFD76CC027D6}" type="slidenum">
              <a:rPr lang="en-US" smtClean="0"/>
              <a:pPr/>
              <a:t>15</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1349477051"/>
              </p:ext>
            </p:extLst>
          </p:nvPr>
        </p:nvGraphicFramePr>
        <p:xfrm>
          <a:off x="1447800" y="1752600"/>
          <a:ext cx="9448800" cy="3845560"/>
        </p:xfrm>
        <a:graphic>
          <a:graphicData uri="http://schemas.openxmlformats.org/drawingml/2006/table">
            <a:tbl>
              <a:tblPr firstRow="1" bandRow="1">
                <a:tableStyleId>{793D81CF-94F2-401A-BA57-92F5A7B2D0C5}</a:tableStyleId>
              </a:tblPr>
              <a:tblGrid>
                <a:gridCol w="2971800"/>
                <a:gridCol w="6477000"/>
              </a:tblGrid>
              <a:tr h="370840">
                <a:tc>
                  <a:txBody>
                    <a:bodyPr/>
                    <a:lstStyle/>
                    <a:p>
                      <a:r>
                        <a:rPr lang="en-US" dirty="0" smtClean="0"/>
                        <a:t>Roles</a:t>
                      </a:r>
                      <a:endParaRPr lang="en-US" dirty="0"/>
                    </a:p>
                  </a:txBody>
                  <a:tcPr/>
                </a:tc>
                <a:tc>
                  <a:txBody>
                    <a:bodyPr/>
                    <a:lstStyle/>
                    <a:p>
                      <a:r>
                        <a:rPr lang="en-US" dirty="0" smtClean="0"/>
                        <a:t>Responsibilities</a:t>
                      </a:r>
                      <a:endParaRPr lang="en-US" dirty="0"/>
                    </a:p>
                  </a:txBody>
                  <a:tcPr/>
                </a:tc>
              </a:tr>
              <a:tr h="370840">
                <a:tc>
                  <a:txBody>
                    <a:bodyPr/>
                    <a:lstStyle/>
                    <a:p>
                      <a:pPr lvl="0"/>
                      <a:r>
                        <a:rPr lang="en-US" sz="1800" dirty="0" smtClean="0"/>
                        <a:t>QC Manager</a:t>
                      </a:r>
                      <a:endParaRPr lang="en-US" dirty="0"/>
                    </a:p>
                  </a:txBody>
                  <a:tcPr/>
                </a:tc>
                <a:tc>
                  <a:txBody>
                    <a:bodyPr/>
                    <a:lstStyle/>
                    <a:p>
                      <a:pPr marL="342900" indent="-342900">
                        <a:buFont typeface="+mj-lt"/>
                        <a:buAutoNum type="arabicPeriod"/>
                      </a:pPr>
                      <a:r>
                        <a:rPr lang="en-US" sz="1800" b="0" i="0" kern="1200" dirty="0" smtClean="0">
                          <a:solidFill>
                            <a:schemeClr val="dk1"/>
                          </a:solidFill>
                          <a:latin typeface="+mn-lt"/>
                          <a:ea typeface="+mn-ea"/>
                          <a:cs typeface="+mn-cs"/>
                        </a:rPr>
                        <a:t>Ensure the CXF conversion system meet acceptable quality standards</a:t>
                      </a:r>
                      <a:r>
                        <a:rPr lang="en-US" sz="1800" b="0" i="0" kern="1200" baseline="0" dirty="0" smtClean="0">
                          <a:solidFill>
                            <a:schemeClr val="dk1"/>
                          </a:solidFill>
                          <a:latin typeface="+mn-lt"/>
                          <a:ea typeface="+mn-ea"/>
                          <a:cs typeface="+mn-cs"/>
                        </a:rPr>
                        <a:t>.</a:t>
                      </a:r>
                    </a:p>
                    <a:p>
                      <a:pPr marL="342900" indent="-342900">
                        <a:buFont typeface="+mj-lt"/>
                        <a:buAutoNum type="arabicPeriod"/>
                      </a:pPr>
                      <a:r>
                        <a:rPr lang="en-US" sz="1800" b="0" i="0" kern="1200" baseline="0" dirty="0" smtClean="0">
                          <a:solidFill>
                            <a:schemeClr val="dk1"/>
                          </a:solidFill>
                          <a:latin typeface="+mn-lt"/>
                          <a:ea typeface="+mn-ea"/>
                          <a:cs typeface="+mn-cs"/>
                        </a:rPr>
                        <a:t>Coordinate team member efforts.</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800" b="0" i="0" kern="1200" dirty="0" smtClean="0">
                          <a:solidFill>
                            <a:schemeClr val="dk1"/>
                          </a:solidFill>
                          <a:latin typeface="+mn-lt"/>
                          <a:ea typeface="+mn-ea"/>
                          <a:cs typeface="+mn-cs"/>
                        </a:rPr>
                        <a:t>Defining the scope of testing within the context of each release/delivery.</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800" b="0" i="0" kern="1200" dirty="0" smtClean="0">
                          <a:solidFill>
                            <a:schemeClr val="dk1"/>
                          </a:solidFill>
                          <a:latin typeface="+mn-lt"/>
                          <a:ea typeface="+mn-ea"/>
                          <a:cs typeface="+mn-cs"/>
                        </a:rPr>
                        <a:t>Planning, deploying and managing the testing effort for any given engagement/release.</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800" b="0" i="0" kern="1200" baseline="0" dirty="0" smtClean="0">
                          <a:solidFill>
                            <a:schemeClr val="dk1"/>
                          </a:solidFill>
                          <a:latin typeface="+mn-lt"/>
                          <a:ea typeface="+mn-ea"/>
                          <a:cs typeface="+mn-cs"/>
                        </a:rPr>
                        <a:t>Deciding the testing tools &amp; processes.</a:t>
                      </a:r>
                    </a:p>
                  </a:txBody>
                  <a:tcPr/>
                </a:tc>
              </a:tr>
              <a:tr h="370840">
                <a:tc>
                  <a:txBody>
                    <a:bodyPr/>
                    <a:lstStyle/>
                    <a:p>
                      <a:r>
                        <a:rPr lang="en-US" dirty="0" smtClean="0"/>
                        <a:t>Tester</a:t>
                      </a:r>
                      <a:endParaRPr lang="en-US" dirty="0"/>
                    </a:p>
                  </a:txBody>
                  <a:tcPr/>
                </a:tc>
                <a:tc>
                  <a:txBody>
                    <a:bodyPr/>
                    <a:lstStyle/>
                    <a:p>
                      <a:pPr marL="342900" indent="-342900">
                        <a:buFont typeface="+mj-lt"/>
                        <a:buAutoNum type="arabicPeriod"/>
                      </a:pPr>
                      <a:r>
                        <a:rPr lang="en-US" sz="1800" b="0" i="0" kern="1200" dirty="0" smtClean="0">
                          <a:solidFill>
                            <a:schemeClr val="dk1"/>
                          </a:solidFill>
                          <a:latin typeface="+mn-lt"/>
                          <a:ea typeface="+mn-ea"/>
                          <a:cs typeface="+mn-cs"/>
                        </a:rPr>
                        <a:t>Setting up the testing environment</a:t>
                      </a:r>
                    </a:p>
                    <a:p>
                      <a:pPr marL="342900" indent="-342900">
                        <a:buFont typeface="+mj-lt"/>
                        <a:buAutoNum type="arabicPeriod"/>
                      </a:pPr>
                      <a:r>
                        <a:rPr lang="en-US" sz="1800" b="0" i="0" kern="1200" dirty="0" smtClean="0">
                          <a:solidFill>
                            <a:schemeClr val="dk1"/>
                          </a:solidFill>
                          <a:latin typeface="+mn-lt"/>
                          <a:ea typeface="+mn-ea"/>
                          <a:cs typeface="+mn-cs"/>
                        </a:rPr>
                        <a:t>Develop test cases for</a:t>
                      </a:r>
                      <a:r>
                        <a:rPr lang="en-US" sz="1800" b="0" i="0" kern="1200" baseline="0" dirty="0" smtClean="0">
                          <a:solidFill>
                            <a:schemeClr val="dk1"/>
                          </a:solidFill>
                          <a:latin typeface="+mn-lt"/>
                          <a:ea typeface="+mn-ea"/>
                          <a:cs typeface="+mn-cs"/>
                        </a:rPr>
                        <a:t> testing</a:t>
                      </a:r>
                      <a:endParaRPr lang="en-US" sz="1800" b="0" i="0" kern="1200" dirty="0" smtClean="0">
                        <a:solidFill>
                          <a:schemeClr val="dk1"/>
                        </a:solidFill>
                        <a:latin typeface="+mn-lt"/>
                        <a:ea typeface="+mn-ea"/>
                        <a:cs typeface="+mn-cs"/>
                      </a:endParaRPr>
                    </a:p>
                    <a:p>
                      <a:pPr marL="342900" indent="-342900">
                        <a:buFont typeface="+mj-lt"/>
                        <a:buAutoNum type="arabicPeriod"/>
                      </a:pPr>
                      <a:r>
                        <a:rPr lang="en-US" sz="1800" b="0" i="0" kern="1200" dirty="0" smtClean="0">
                          <a:solidFill>
                            <a:schemeClr val="dk1"/>
                          </a:solidFill>
                          <a:latin typeface="+mn-lt"/>
                          <a:ea typeface="+mn-ea"/>
                          <a:cs typeface="+mn-cs"/>
                        </a:rPr>
                        <a:t>Execute and log the test results, evaluate the results and document issues found.</a:t>
                      </a:r>
                    </a:p>
                  </a:txBody>
                  <a:tcPr/>
                </a:tc>
              </a:tr>
            </a:tbl>
          </a:graphicData>
        </a:graphic>
      </p:graphicFrame>
    </p:spTree>
    <p:extLst>
      <p:ext uri="{BB962C8B-B14F-4D97-AF65-F5344CB8AC3E}">
        <p14:creationId xmlns:p14="http://schemas.microsoft.com/office/powerpoint/2010/main" val="559315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Assumptions </a:t>
            </a:r>
            <a:endParaRPr lang="en-US" dirty="0"/>
          </a:p>
        </p:txBody>
      </p:sp>
      <p:sp>
        <p:nvSpPr>
          <p:cNvPr id="4" name="Slide Number Placeholder 3"/>
          <p:cNvSpPr>
            <a:spLocks noGrp="1"/>
          </p:cNvSpPr>
          <p:nvPr>
            <p:ph type="sldNum" sz="quarter" idx="12"/>
          </p:nvPr>
        </p:nvSpPr>
        <p:spPr/>
        <p:txBody>
          <a:bodyPr/>
          <a:lstStyle/>
          <a:p>
            <a:fld id="{CA8D9AD5-F248-4919-864A-CFD76CC027D6}" type="slidenum">
              <a:rPr lang="en-US" smtClean="0"/>
              <a:pPr/>
              <a:t>16</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sp>
        <p:nvSpPr>
          <p:cNvPr id="7" name="Content Placeholder 6"/>
          <p:cNvSpPr>
            <a:spLocks noGrp="1"/>
          </p:cNvSpPr>
          <p:nvPr>
            <p:ph idx="1"/>
          </p:nvPr>
        </p:nvSpPr>
        <p:spPr/>
        <p:txBody>
          <a:bodyPr/>
          <a:lstStyle/>
          <a:p>
            <a:r>
              <a:rPr lang="en-US" dirty="0" smtClean="0"/>
              <a:t>Current issues are related to processing the latest versions of AutoCAD files in CWorks CAD System because of the incompatibility of the DXF format for 3D objects.</a:t>
            </a:r>
          </a:p>
          <a:p>
            <a:r>
              <a:rPr lang="en-US" dirty="0" smtClean="0"/>
              <a:t>Proposed system need not support  versions of AutoCAD earlier than AutoCAD 2000.</a:t>
            </a:r>
          </a:p>
          <a:p>
            <a:r>
              <a:rPr lang="en-US" dirty="0" smtClean="0"/>
              <a:t>Teigha libraries are bug free as it is being maintained by a huge group of professional programmers and also it is a paid service.</a:t>
            </a:r>
          </a:p>
          <a:p>
            <a:r>
              <a:rPr lang="en-US" dirty="0" smtClean="0"/>
              <a:t>CWorks CAD output will be the original drawing with added scaffolding structure.</a:t>
            </a:r>
          </a:p>
          <a:p>
            <a:endParaRPr lang="en-US" dirty="0"/>
          </a:p>
        </p:txBody>
      </p:sp>
    </p:spTree>
    <p:extLst>
      <p:ext uri="{BB962C8B-B14F-4D97-AF65-F5344CB8AC3E}">
        <p14:creationId xmlns:p14="http://schemas.microsoft.com/office/powerpoint/2010/main" val="4091845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Risk Management Plan</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334187766"/>
              </p:ext>
            </p:extLst>
          </p:nvPr>
        </p:nvGraphicFramePr>
        <p:xfrm>
          <a:off x="1341438" y="1901825"/>
          <a:ext cx="9509125" cy="2820035"/>
        </p:xfrm>
        <a:graphic>
          <a:graphicData uri="http://schemas.openxmlformats.org/drawingml/2006/table">
            <a:tbl>
              <a:tblPr firstRow="1" bandRow="1">
                <a:tableStyleId>{793D81CF-94F2-401A-BA57-92F5A7B2D0C5}</a:tableStyleId>
              </a:tblPr>
              <a:tblGrid>
                <a:gridCol w="2392362">
                  <a:extLst>
                    <a:ext uri="{9D8B030D-6E8A-4147-A177-3AD203B41FA5}">
                      <a16:colId xmlns="" xmlns:a16="http://schemas.microsoft.com/office/drawing/2014/main" val="20000"/>
                    </a:ext>
                  </a:extLst>
                </a:gridCol>
                <a:gridCol w="1295400">
                  <a:extLst>
                    <a:ext uri="{9D8B030D-6E8A-4147-A177-3AD203B41FA5}">
                      <a16:colId xmlns="" xmlns:a16="http://schemas.microsoft.com/office/drawing/2014/main" val="20001"/>
                    </a:ext>
                  </a:extLst>
                </a:gridCol>
                <a:gridCol w="1905000">
                  <a:extLst>
                    <a:ext uri="{9D8B030D-6E8A-4147-A177-3AD203B41FA5}">
                      <a16:colId xmlns="" xmlns:a16="http://schemas.microsoft.com/office/drawing/2014/main" val="20002"/>
                    </a:ext>
                  </a:extLst>
                </a:gridCol>
                <a:gridCol w="1143000">
                  <a:extLst>
                    <a:ext uri="{9D8B030D-6E8A-4147-A177-3AD203B41FA5}">
                      <a16:colId xmlns="" xmlns:a16="http://schemas.microsoft.com/office/drawing/2014/main" val="20003"/>
                    </a:ext>
                  </a:extLst>
                </a:gridCol>
                <a:gridCol w="2773363">
                  <a:extLst>
                    <a:ext uri="{9D8B030D-6E8A-4147-A177-3AD203B41FA5}">
                      <a16:colId xmlns="" xmlns:a16="http://schemas.microsoft.com/office/drawing/2014/main" val="20004"/>
                    </a:ext>
                  </a:extLst>
                </a:gridCol>
              </a:tblGrid>
              <a:tr h="777875">
                <a:tc>
                  <a:txBody>
                    <a:bodyPr/>
                    <a:lstStyle/>
                    <a:p>
                      <a:pPr algn="l"/>
                      <a:r>
                        <a:rPr lang="en-US" dirty="0"/>
                        <a:t>Risk</a:t>
                      </a:r>
                    </a:p>
                  </a:txBody>
                  <a:tcPr anchor="ctr"/>
                </a:tc>
                <a:tc>
                  <a:txBody>
                    <a:bodyPr/>
                    <a:lstStyle/>
                    <a:p>
                      <a:pPr algn="ctr"/>
                      <a:r>
                        <a:rPr lang="en-US" dirty="0"/>
                        <a:t>Probability</a:t>
                      </a:r>
                    </a:p>
                  </a:txBody>
                  <a:tcPr anchor="ctr"/>
                </a:tc>
                <a:tc>
                  <a:txBody>
                    <a:bodyPr/>
                    <a:lstStyle/>
                    <a:p>
                      <a:pPr algn="ctr"/>
                      <a:r>
                        <a:rPr lang="en-US" dirty="0"/>
                        <a:t>Impact</a:t>
                      </a:r>
                    </a:p>
                  </a:txBody>
                  <a:tcPr anchor="ctr"/>
                </a:tc>
                <a:tc>
                  <a:txBody>
                    <a:bodyPr/>
                    <a:lstStyle/>
                    <a:p>
                      <a:pPr algn="ctr"/>
                      <a:r>
                        <a:rPr lang="en-US" dirty="0"/>
                        <a:t>Owner</a:t>
                      </a:r>
                    </a:p>
                  </a:txBody>
                  <a:tcPr anchor="ctr"/>
                </a:tc>
                <a:tc>
                  <a:txBody>
                    <a:bodyPr/>
                    <a:lstStyle/>
                    <a:p>
                      <a:pPr algn="ctr"/>
                      <a:r>
                        <a:rPr lang="en-US" dirty="0"/>
                        <a:t>Mitigation</a:t>
                      </a:r>
                      <a:r>
                        <a:rPr lang="en-US" baseline="0" dirty="0"/>
                        <a:t> Plan</a:t>
                      </a:r>
                      <a:endParaRPr lang="en-US" dirty="0"/>
                    </a:p>
                  </a:txBody>
                  <a:tcPr anchor="ctr"/>
                </a:tc>
                <a:extLst>
                  <a:ext uri="{0D108BD9-81ED-4DB2-BD59-A6C34878D82A}">
                    <a16:rowId xmlns="" xmlns:a16="http://schemas.microsoft.com/office/drawing/2014/main" val="10000"/>
                  </a:ext>
                </a:extLst>
              </a:tr>
              <a:tr h="777875">
                <a:tc>
                  <a:txBody>
                    <a:bodyPr/>
                    <a:lstStyle/>
                    <a:p>
                      <a:pPr algn="l"/>
                      <a:r>
                        <a:rPr lang="en-US" sz="1600" dirty="0" smtClean="0"/>
                        <a:t>Working on new domain</a:t>
                      </a:r>
                      <a:endParaRPr lang="en-US" sz="1600" dirty="0"/>
                    </a:p>
                  </a:txBody>
                  <a:tcPr anchor="ctr"/>
                </a:tc>
                <a:tc>
                  <a:txBody>
                    <a:bodyPr/>
                    <a:lstStyle/>
                    <a:p>
                      <a:pPr algn="ctr"/>
                      <a:r>
                        <a:rPr lang="en-US" sz="1600" dirty="0" smtClean="0"/>
                        <a:t>High</a:t>
                      </a:r>
                      <a:endParaRPr lang="en-US" sz="1600" dirty="0"/>
                    </a:p>
                  </a:txBody>
                  <a:tcPr anchor="ctr"/>
                </a:tc>
                <a:tc>
                  <a:txBody>
                    <a:bodyPr/>
                    <a:lstStyle/>
                    <a:p>
                      <a:pPr marL="342900" indent="-342900" algn="l">
                        <a:buAutoNum type="arabicPeriod"/>
                      </a:pPr>
                      <a:r>
                        <a:rPr lang="en-US" sz="1600" dirty="0" smtClean="0"/>
                        <a:t>Schedule Slippage</a:t>
                      </a:r>
                    </a:p>
                    <a:p>
                      <a:pPr marL="342900" indent="-342900" algn="l">
                        <a:buAutoNum type="arabicPeriod"/>
                      </a:pPr>
                      <a:r>
                        <a:rPr lang="en-US" sz="1600" dirty="0" smtClean="0"/>
                        <a:t> Increase Effort/ Cost.</a:t>
                      </a:r>
                    </a:p>
                    <a:p>
                      <a:pPr marL="342900" indent="-342900" algn="l">
                        <a:buAutoNum type="arabicPeriod"/>
                      </a:pPr>
                      <a:r>
                        <a:rPr lang="en-US" sz="1600" dirty="0" smtClean="0"/>
                        <a:t>Poor quality of deliverables.</a:t>
                      </a:r>
                      <a:endParaRPr lang="en-US" sz="1600" dirty="0"/>
                    </a:p>
                  </a:txBody>
                  <a:tcPr anchor="ctr"/>
                </a:tc>
                <a:tc>
                  <a:txBody>
                    <a:bodyPr/>
                    <a:lstStyle/>
                    <a:p>
                      <a:pPr algn="ctr"/>
                      <a:r>
                        <a:rPr lang="en-US" sz="1600" dirty="0" smtClean="0"/>
                        <a:t>Project Leader</a:t>
                      </a:r>
                      <a:endParaRPr lang="en-US" sz="1600" dirty="0"/>
                    </a:p>
                  </a:txBody>
                  <a:tcPr anchor="ctr"/>
                </a:tc>
                <a:tc>
                  <a:txBody>
                    <a:bodyPr/>
                    <a:lstStyle/>
                    <a:p>
                      <a:pPr marL="342900" indent="-342900" algn="l">
                        <a:buAutoNum type="arabicPeriod"/>
                      </a:pPr>
                      <a:r>
                        <a:rPr lang="en-US" sz="1600" dirty="0" smtClean="0"/>
                        <a:t>Consider phased delivery.</a:t>
                      </a:r>
                    </a:p>
                    <a:p>
                      <a:pPr marL="342900" indent="-342900" algn="l">
                        <a:buAutoNum type="arabicPeriod"/>
                      </a:pPr>
                      <a:r>
                        <a:rPr lang="en-US" sz="1600" dirty="0" smtClean="0"/>
                        <a:t>Begin</a:t>
                      </a:r>
                      <a:r>
                        <a:rPr lang="en-US" sz="1600" baseline="0" dirty="0" smtClean="0"/>
                        <a:t> with the delivery of critical modules.</a:t>
                      </a:r>
                    </a:p>
                    <a:p>
                      <a:pPr marL="342900" indent="-342900" algn="l">
                        <a:buAutoNum type="arabicPeriod"/>
                      </a:pPr>
                      <a:r>
                        <a:rPr lang="en-US" sz="1600" dirty="0" smtClean="0"/>
                        <a:t>Include time in the schedule</a:t>
                      </a:r>
                      <a:r>
                        <a:rPr lang="en-US" sz="1600" baseline="0" dirty="0" smtClean="0"/>
                        <a:t> for learning curve.</a:t>
                      </a:r>
                    </a:p>
                    <a:p>
                      <a:pPr marL="342900" indent="-342900" algn="l">
                        <a:buAutoNum type="arabicPeriod"/>
                      </a:pPr>
                      <a:r>
                        <a:rPr lang="en-US" sz="1600" baseline="0" dirty="0" smtClean="0"/>
                        <a:t>Develop a Proof-Of-Concept application.</a:t>
                      </a:r>
                      <a:endParaRPr lang="en-US" sz="1600" dirty="0"/>
                    </a:p>
                  </a:txBody>
                  <a:tcPr anchor="ctr"/>
                </a:tc>
                <a:extLst>
                  <a:ext uri="{0D108BD9-81ED-4DB2-BD59-A6C34878D82A}">
                    <a16:rowId xmlns="" xmlns:a16="http://schemas.microsoft.com/office/drawing/2014/main" val="10001"/>
                  </a:ext>
                </a:extLst>
              </a:tr>
            </a:tbl>
          </a:graphicData>
        </a:graphic>
      </p:graphicFrame>
      <p:sp>
        <p:nvSpPr>
          <p:cNvPr id="4" name="Slide Number Placeholder 3"/>
          <p:cNvSpPr>
            <a:spLocks noGrp="1"/>
          </p:cNvSpPr>
          <p:nvPr>
            <p:ph type="sldNum" sz="quarter" idx="12"/>
          </p:nvPr>
        </p:nvSpPr>
        <p:spPr/>
        <p:txBody>
          <a:bodyPr/>
          <a:lstStyle/>
          <a:p>
            <a:fld id="{CA8D9AD5-F248-4919-864A-CFD76CC027D6}" type="slidenum">
              <a:rPr lang="en-US" smtClean="0"/>
              <a:pPr/>
              <a:t>17</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spTree>
    <p:extLst>
      <p:ext uri="{BB962C8B-B14F-4D97-AF65-F5344CB8AC3E}">
        <p14:creationId xmlns:p14="http://schemas.microsoft.com/office/powerpoint/2010/main" val="4091845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Quality Management and Performance Measures</a:t>
            </a:r>
          </a:p>
        </p:txBody>
      </p:sp>
      <p:sp>
        <p:nvSpPr>
          <p:cNvPr id="3" name="Content Placeholder 2"/>
          <p:cNvSpPr>
            <a:spLocks noGrp="1"/>
          </p:cNvSpPr>
          <p:nvPr>
            <p:ph idx="1"/>
          </p:nvPr>
        </p:nvSpPr>
        <p:spPr/>
        <p:txBody>
          <a:bodyPr>
            <a:normAutofit/>
          </a:bodyPr>
          <a:lstStyle/>
          <a:p>
            <a:r>
              <a:rPr lang="en-US" dirty="0" smtClean="0"/>
              <a:t>Accuracy of information of the objects in AutoCAD drawing files . </a:t>
            </a:r>
          </a:p>
          <a:p>
            <a:r>
              <a:rPr lang="en-US" dirty="0" smtClean="0"/>
              <a:t>System should support conversion of AutoCAD drawing </a:t>
            </a:r>
            <a:r>
              <a:rPr lang="en-US" dirty="0" smtClean="0">
                <a:solidFill>
                  <a:schemeClr val="tx1"/>
                </a:solidFill>
              </a:rPr>
              <a:t>files (AutoCAD 2000 and later versions) to CXF files.</a:t>
            </a:r>
          </a:p>
          <a:p>
            <a:r>
              <a:rPr lang="en-US" dirty="0" smtClean="0"/>
              <a:t>System should support reverse conversion of  CXF files to AutoCAD drawing </a:t>
            </a:r>
            <a:r>
              <a:rPr lang="en-US" dirty="0" smtClean="0">
                <a:solidFill>
                  <a:schemeClr val="tx1"/>
                </a:solidFill>
              </a:rPr>
              <a:t>files (AutoCAD 2000 and later versions).</a:t>
            </a:r>
          </a:p>
          <a:p>
            <a:r>
              <a:rPr lang="en-US" dirty="0" smtClean="0"/>
              <a:t>Quality and Accuracy testing on completion of each development phase.</a:t>
            </a:r>
          </a:p>
          <a:p>
            <a:r>
              <a:rPr lang="en-US" dirty="0" smtClean="0"/>
              <a:t>Overall testing on completion of system functionalities.</a:t>
            </a:r>
          </a:p>
          <a:p>
            <a:r>
              <a:rPr lang="en-US" dirty="0" smtClean="0"/>
              <a:t>Processing &amp; Testing the AutoCAD file versions.</a:t>
            </a:r>
            <a:endParaRPr lang="en-US" dirty="0"/>
          </a:p>
          <a:p>
            <a:r>
              <a:rPr lang="en-US" dirty="0" smtClean="0"/>
              <a:t>Ensure the quality of deliveries in each development phase through client interaction. </a:t>
            </a:r>
            <a:endParaRPr lang="en-US" dirty="0"/>
          </a:p>
        </p:txBody>
      </p:sp>
      <p:sp>
        <p:nvSpPr>
          <p:cNvPr id="4" name="Slide Number Placeholder 3"/>
          <p:cNvSpPr>
            <a:spLocks noGrp="1"/>
          </p:cNvSpPr>
          <p:nvPr>
            <p:ph type="sldNum" sz="quarter" idx="12"/>
          </p:nvPr>
        </p:nvSpPr>
        <p:spPr/>
        <p:txBody>
          <a:bodyPr/>
          <a:lstStyle/>
          <a:p>
            <a:fld id="{CA8D9AD5-F248-4919-864A-CFD76CC027D6}" type="slidenum">
              <a:rPr lang="en-US" smtClean="0"/>
              <a:pPr/>
              <a:t>18</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spTree>
    <p:extLst>
      <p:ext uri="{BB962C8B-B14F-4D97-AF65-F5344CB8AC3E}">
        <p14:creationId xmlns:p14="http://schemas.microsoft.com/office/powerpoint/2010/main" val="1585542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Status Monitoring &amp; Reporting</a:t>
            </a:r>
            <a:endParaRPr lang="en-US" dirty="0"/>
          </a:p>
        </p:txBody>
      </p:sp>
      <p:sp>
        <p:nvSpPr>
          <p:cNvPr id="3" name="Content Placeholder 2"/>
          <p:cNvSpPr>
            <a:spLocks noGrp="1"/>
          </p:cNvSpPr>
          <p:nvPr>
            <p:ph idx="1"/>
          </p:nvPr>
        </p:nvSpPr>
        <p:spPr/>
        <p:txBody>
          <a:bodyPr>
            <a:normAutofit/>
          </a:bodyPr>
          <a:lstStyle/>
          <a:p>
            <a:r>
              <a:rPr lang="en-US" dirty="0" smtClean="0"/>
              <a:t>Programmers must report the progress to the PL everyday</a:t>
            </a:r>
          </a:p>
          <a:p>
            <a:r>
              <a:rPr lang="en-US" dirty="0" smtClean="0"/>
              <a:t>PL to report the project progress  status to PM every day</a:t>
            </a:r>
          </a:p>
          <a:p>
            <a:r>
              <a:rPr lang="en-US" dirty="0" smtClean="0"/>
              <a:t>Tester to report the status to QC Manager every day</a:t>
            </a:r>
          </a:p>
          <a:p>
            <a:r>
              <a:rPr lang="en-US" dirty="0" smtClean="0"/>
              <a:t>QC Manager to report the progress to PM every day</a:t>
            </a:r>
          </a:p>
          <a:p>
            <a:r>
              <a:rPr lang="en-US" dirty="0" smtClean="0"/>
              <a:t>PM to  report the project progress  status to CEO every week.</a:t>
            </a:r>
          </a:p>
          <a:p>
            <a:endParaRPr lang="en-US" dirty="0"/>
          </a:p>
        </p:txBody>
      </p:sp>
      <p:sp>
        <p:nvSpPr>
          <p:cNvPr id="4" name="Slide Number Placeholder 3"/>
          <p:cNvSpPr>
            <a:spLocks noGrp="1"/>
          </p:cNvSpPr>
          <p:nvPr>
            <p:ph type="sldNum" sz="quarter" idx="12"/>
          </p:nvPr>
        </p:nvSpPr>
        <p:spPr/>
        <p:txBody>
          <a:bodyPr/>
          <a:lstStyle/>
          <a:p>
            <a:fld id="{CA8D9AD5-F248-4919-864A-CFD76CC027D6}" type="slidenum">
              <a:rPr lang="en-US" smtClean="0"/>
              <a:pPr/>
              <a:t>19</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spTree>
    <p:extLst>
      <p:ext uri="{BB962C8B-B14F-4D97-AF65-F5344CB8AC3E}">
        <p14:creationId xmlns:p14="http://schemas.microsoft.com/office/powerpoint/2010/main" val="1585542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Tools and Technologies</a:t>
            </a:r>
            <a:endParaRPr lang="en-US" dirty="0"/>
          </a:p>
        </p:txBody>
      </p:sp>
      <p:sp>
        <p:nvSpPr>
          <p:cNvPr id="3" name="Content Placeholder 2"/>
          <p:cNvSpPr>
            <a:spLocks noGrp="1"/>
          </p:cNvSpPr>
          <p:nvPr>
            <p:ph idx="1"/>
          </p:nvPr>
        </p:nvSpPr>
        <p:spPr/>
        <p:txBody>
          <a:bodyPr/>
          <a:lstStyle/>
          <a:p>
            <a:r>
              <a:rPr lang="en-US" dirty="0" smtClean="0"/>
              <a:t>Visual Studio Dot net 4.5 , C# </a:t>
            </a:r>
          </a:p>
          <a:p>
            <a:r>
              <a:rPr lang="en-US" dirty="0" smtClean="0"/>
              <a:t>AutoCAD 2000 and later versions.</a:t>
            </a:r>
          </a:p>
          <a:p>
            <a:r>
              <a:rPr lang="en-US" dirty="0" smtClean="0"/>
              <a:t>ODA – Open Design Alliance</a:t>
            </a:r>
            <a:r>
              <a:rPr lang="en-US" u="sng" dirty="0" smtClean="0"/>
              <a:t> </a:t>
            </a:r>
            <a:r>
              <a:rPr lang="en-US" dirty="0" smtClean="0"/>
              <a:t>(Teigha library 4.3.11)</a:t>
            </a:r>
            <a:endParaRPr lang="en-US" dirty="0"/>
          </a:p>
        </p:txBody>
      </p:sp>
      <p:sp>
        <p:nvSpPr>
          <p:cNvPr id="4" name="Footer Placeholder 3"/>
          <p:cNvSpPr>
            <a:spLocks noGrp="1"/>
          </p:cNvSpPr>
          <p:nvPr>
            <p:ph type="ftr" sz="quarter" idx="11"/>
          </p:nvPr>
        </p:nvSpPr>
        <p:spPr/>
        <p:txBody>
          <a:bodyPr/>
          <a:lstStyle/>
          <a:p>
            <a:r>
              <a:rPr lang="en-US" smtClean="0"/>
              <a:t>Indocosmo Systems Pvt. Ltd. All Rights Reserved</a:t>
            </a:r>
            <a:endParaRPr lang="en-US" dirty="0"/>
          </a:p>
        </p:txBody>
      </p:sp>
      <p:sp>
        <p:nvSpPr>
          <p:cNvPr id="5" name="Slide Number Placeholder 4"/>
          <p:cNvSpPr>
            <a:spLocks noGrp="1"/>
          </p:cNvSpPr>
          <p:nvPr>
            <p:ph type="sldNum" sz="quarter" idx="12"/>
          </p:nvPr>
        </p:nvSpPr>
        <p:spPr/>
        <p:txBody>
          <a:bodyPr/>
          <a:lstStyle/>
          <a:p>
            <a:fld id="{CA8D9AD5-F248-4919-864A-CFD76CC027D6}" type="slidenum">
              <a:rPr lang="en-US" smtClean="0"/>
              <a:pPr/>
              <a:t>20</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2490216"/>
            <a:ext cx="9509760" cy="1014984"/>
          </a:xfrm>
        </p:spPr>
        <p:txBody>
          <a:bodyPr/>
          <a:lstStyle/>
          <a:p>
            <a:pPr algn="ctr"/>
            <a:r>
              <a:rPr lang="en-US" dirty="0" smtClean="0"/>
              <a:t>Thank You All</a:t>
            </a:r>
            <a:endParaRPr lang="en-US" dirty="0"/>
          </a:p>
        </p:txBody>
      </p:sp>
      <p:sp>
        <p:nvSpPr>
          <p:cNvPr id="4" name="Footer Placeholder 3"/>
          <p:cNvSpPr>
            <a:spLocks noGrp="1"/>
          </p:cNvSpPr>
          <p:nvPr>
            <p:ph type="ftr" sz="quarter" idx="11"/>
          </p:nvPr>
        </p:nvSpPr>
        <p:spPr/>
        <p:txBody>
          <a:bodyPr/>
          <a:lstStyle/>
          <a:p>
            <a:r>
              <a:rPr lang="en-US" smtClean="0"/>
              <a:t>Indocosmo Systems Pvt. Ltd. All Rights Reserved</a:t>
            </a:r>
            <a:endParaRPr lang="en-US" dirty="0"/>
          </a:p>
        </p:txBody>
      </p:sp>
      <p:sp>
        <p:nvSpPr>
          <p:cNvPr id="5" name="Slide Number Placeholder 4"/>
          <p:cNvSpPr>
            <a:spLocks noGrp="1"/>
          </p:cNvSpPr>
          <p:nvPr>
            <p:ph type="sldNum" sz="quarter" idx="12"/>
          </p:nvPr>
        </p:nvSpPr>
        <p:spPr/>
        <p:txBody>
          <a:bodyPr/>
          <a:lstStyle/>
          <a:p>
            <a:fld id="{CA8D9AD5-F248-4919-864A-CFD76CC027D6}" type="slidenum">
              <a:rPr lang="en-US" smtClean="0"/>
              <a:pPr/>
              <a:t>21</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project-initiation">
  <a:themeElements>
    <a:clrScheme name="Banded_Design_Blue">
      <a:dk1>
        <a:srgbClr val="404040"/>
      </a:dk1>
      <a:lt1>
        <a:sysClr val="window" lastClr="FFFFFF"/>
      </a:lt1>
      <a:dk2>
        <a:srgbClr val="263050"/>
      </a:dk2>
      <a:lt2>
        <a:srgbClr val="E5E8E8"/>
      </a:lt2>
      <a:accent1>
        <a:srgbClr val="77B142"/>
      </a:accent1>
      <a:accent2>
        <a:srgbClr val="E3C01E"/>
      </a:accent2>
      <a:accent3>
        <a:srgbClr val="0070C0"/>
      </a:accent3>
      <a:accent4>
        <a:srgbClr val="7556A4"/>
      </a:accent4>
      <a:accent5>
        <a:srgbClr val="F08F1E"/>
      </a:accent5>
      <a:accent6>
        <a:srgbClr val="CB3E3A"/>
      </a:accent6>
      <a:hlink>
        <a:srgbClr val="0070C0"/>
      </a:hlink>
      <a:folHlink>
        <a:srgbClr val="7556A4"/>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a:gsLst>
            <a:gs pos="0">
              <a:schemeClr val="phClr">
                <a:lumMod val="0"/>
                <a:lumOff val="100000"/>
              </a:schemeClr>
            </a:gs>
            <a:gs pos="72000">
              <a:schemeClr val="phClr"/>
            </a:gs>
            <a:gs pos="100000">
              <a:schemeClr val="phClr">
                <a:lumMod val="90000"/>
              </a:schemeClr>
            </a:gs>
          </a:gsLst>
          <a:lin ang="5400000" scaled="1"/>
        </a:gradFill>
        <a:gradFill flip="none" rotWithShape="1">
          <a:gsLst>
            <a:gs pos="32000">
              <a:schemeClr val="phClr"/>
            </a:gs>
            <a:gs pos="100000">
              <a:schemeClr val="phClr">
                <a:lumMod val="75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TF03417271.potx" id="{FAD70E18-2F21-4BAE-983F-13051C6D1C17}" vid="{4B4DF9DC-15EC-4671-A52A-56A08B977F11}"/>
    </a:ext>
  </a:extLst>
</a:theme>
</file>

<file path=ppt/theme/theme2.xml><?xml version="1.0" encoding="utf-8"?>
<a:theme xmlns:a="http://schemas.openxmlformats.org/drawingml/2006/main" name="Office Theme">
  <a:themeElements>
    <a:clrScheme name="Banded_Design_Teal">
      <a:dk1>
        <a:srgbClr val="363D3D"/>
      </a:dk1>
      <a:lt1>
        <a:sysClr val="window" lastClr="FFFFFF"/>
      </a:lt1>
      <a:dk2>
        <a:srgbClr val="000000"/>
      </a:dk2>
      <a:lt2>
        <a:srgbClr val="E5E8E8"/>
      </a:lt2>
      <a:accent1>
        <a:srgbClr val="3AAFB2"/>
      </a:accent1>
      <a:accent2>
        <a:srgbClr val="6ABD45"/>
      </a:accent2>
      <a:accent3>
        <a:srgbClr val="EBCA21"/>
      </a:accent3>
      <a:accent4>
        <a:srgbClr val="EB8D21"/>
      </a:accent4>
      <a:accent5>
        <a:srgbClr val="EB5638"/>
      </a:accent5>
      <a:accent6>
        <a:srgbClr val="5172B1"/>
      </a:accent6>
      <a:hlink>
        <a:srgbClr val="3A9CDB"/>
      </a:hlink>
      <a:folHlink>
        <a:srgbClr val="5172B1"/>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Banded_Design_Teal">
      <a:dk1>
        <a:srgbClr val="363D3D"/>
      </a:dk1>
      <a:lt1>
        <a:sysClr val="window" lastClr="FFFFFF"/>
      </a:lt1>
      <a:dk2>
        <a:srgbClr val="000000"/>
      </a:dk2>
      <a:lt2>
        <a:srgbClr val="E5E8E8"/>
      </a:lt2>
      <a:accent1>
        <a:srgbClr val="3AAFB2"/>
      </a:accent1>
      <a:accent2>
        <a:srgbClr val="6ABD45"/>
      </a:accent2>
      <a:accent3>
        <a:srgbClr val="EBCA21"/>
      </a:accent3>
      <a:accent4>
        <a:srgbClr val="EB8D21"/>
      </a:accent4>
      <a:accent5>
        <a:srgbClr val="EB5638"/>
      </a:accent5>
      <a:accent6>
        <a:srgbClr val="5172B1"/>
      </a:accent6>
      <a:hlink>
        <a:srgbClr val="3A9CDB"/>
      </a:hlink>
      <a:folHlink>
        <a:srgbClr val="5172B1"/>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project-initiation</Template>
  <TotalTime>725</TotalTime>
  <Words>1429</Words>
  <Application>Microsoft Office PowerPoint</Application>
  <PresentationFormat>Widescreen</PresentationFormat>
  <Paragraphs>244</Paragraphs>
  <Slides>21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Corbel</vt:lpstr>
      <vt:lpstr>Euphemia</vt:lpstr>
      <vt:lpstr>Wingdings</vt:lpstr>
      <vt:lpstr>project-initiation</vt:lpstr>
      <vt:lpstr>CXF Project Initiation</vt:lpstr>
      <vt:lpstr>CWorks CXF (CWorks-CXF -V1)</vt:lpstr>
      <vt:lpstr>About  The Customer</vt:lpstr>
      <vt:lpstr>About The Project</vt:lpstr>
      <vt:lpstr>Project Overview</vt:lpstr>
      <vt:lpstr>Project Objectives</vt:lpstr>
      <vt:lpstr>Success Factors</vt:lpstr>
      <vt:lpstr>Implementation</vt:lpstr>
      <vt:lpstr>Implementation</vt:lpstr>
      <vt:lpstr>Project Schedule and Milestones</vt:lpstr>
      <vt:lpstr>Project Schedule and Milestones</vt:lpstr>
      <vt:lpstr>Project Team Roles and Responsibilities</vt:lpstr>
      <vt:lpstr>Project Team Roles and Responsibilities</vt:lpstr>
      <vt:lpstr>Project Team Roles and Responsibilities</vt:lpstr>
      <vt:lpstr>Project Team Roles and Responsibilities</vt:lpstr>
      <vt:lpstr>Assumptions </vt:lpstr>
      <vt:lpstr>Risk Management Plan</vt:lpstr>
      <vt:lpstr>Quality Management and Performance Measures</vt:lpstr>
      <vt:lpstr>Project Status Monitoring &amp; Reporting</vt:lpstr>
      <vt:lpstr>Tools and Technologies</vt:lpstr>
      <vt:lpstr>Thank You All</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Initiation</dc:title>
  <dc:creator>Suresh</dc:creator>
  <cp:lastModifiedBy>Suresh</cp:lastModifiedBy>
  <cp:revision>400</cp:revision>
  <dcterms:created xsi:type="dcterms:W3CDTF">2017-11-01T05:54:35Z</dcterms:created>
  <dcterms:modified xsi:type="dcterms:W3CDTF">2019-08-14T12:11:33Z</dcterms:modified>
</cp:coreProperties>
</file>
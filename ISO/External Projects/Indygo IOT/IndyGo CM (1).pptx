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797675" cy="98726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3" roundtripDataSignature="AMtx7mhOd5cgqIeDJv5DO/AhT61yR/lj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5A7D9A-13A0-4A89-BAAF-8E38B19A3AE3}">
  <a:tblStyle styleId="{A55A7D9A-13A0-4A89-BAAF-8E38B19A3AE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5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33150" y="740425"/>
            <a:ext cx="4532000" cy="3702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79750" y="4689500"/>
            <a:ext cx="5438125" cy="4442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aecb59d8d0_0_0:notes"/>
          <p:cNvSpPr/>
          <p:nvPr>
            <p:ph idx="2" type="sldImg"/>
          </p:nvPr>
        </p:nvSpPr>
        <p:spPr>
          <a:xfrm>
            <a:off x="1133150" y="740425"/>
            <a:ext cx="4532100" cy="370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aecb59d8d0_0_0:notes"/>
          <p:cNvSpPr txBox="1"/>
          <p:nvPr>
            <p:ph idx="1" type="body"/>
          </p:nvPr>
        </p:nvSpPr>
        <p:spPr>
          <a:xfrm>
            <a:off x="679750" y="4689500"/>
            <a:ext cx="5438100" cy="44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79750" y="4689500"/>
            <a:ext cx="5438125" cy="4442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33150" y="740425"/>
            <a:ext cx="4532000" cy="3702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79750" y="4689500"/>
            <a:ext cx="5438125" cy="4442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/>
          <p:nvPr>
            <p:ph idx="2" type="sldImg"/>
          </p:nvPr>
        </p:nvSpPr>
        <p:spPr>
          <a:xfrm>
            <a:off x="1133150" y="740425"/>
            <a:ext cx="4532000" cy="3702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79750" y="4689500"/>
            <a:ext cx="5438125" cy="4442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33150" y="740425"/>
            <a:ext cx="4532000" cy="3702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79750" y="4689500"/>
            <a:ext cx="5438125" cy="4442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33150" y="740425"/>
            <a:ext cx="4532000" cy="3702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79750" y="4689500"/>
            <a:ext cx="5438125" cy="4442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33150" y="740425"/>
            <a:ext cx="4532000" cy="3702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 txBox="1"/>
          <p:nvPr>
            <p:ph idx="1" type="body"/>
          </p:nvPr>
        </p:nvSpPr>
        <p:spPr>
          <a:xfrm>
            <a:off x="679750" y="4689500"/>
            <a:ext cx="5438125" cy="4442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:notes"/>
          <p:cNvSpPr/>
          <p:nvPr>
            <p:ph idx="2" type="sldImg"/>
          </p:nvPr>
        </p:nvSpPr>
        <p:spPr>
          <a:xfrm>
            <a:off x="1133150" y="740425"/>
            <a:ext cx="4532000" cy="3702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aecb59d8d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700" y="428625"/>
            <a:ext cx="11212100" cy="602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848137" y="5199897"/>
            <a:ext cx="10721009" cy="122740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848137" y="3473809"/>
            <a:ext cx="10721009" cy="96731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848137" y="1735128"/>
            <a:ext cx="10721009" cy="94334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899632" y="252589"/>
            <a:ext cx="10721009" cy="80831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"/>
          <p:cNvCxnSpPr>
            <a:stCxn id="94" idx="0"/>
            <a:endCxn id="95" idx="2"/>
          </p:cNvCxnSpPr>
          <p:nvPr/>
        </p:nvCxnSpPr>
        <p:spPr>
          <a:xfrm flipH="1" rot="5400000">
            <a:off x="4584848" y="4603995"/>
            <a:ext cx="1674900" cy="7113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96" name="Google Shape;96;p1"/>
          <p:cNvSpPr/>
          <p:nvPr/>
        </p:nvSpPr>
        <p:spPr>
          <a:xfrm>
            <a:off x="2345635" y="5736346"/>
            <a:ext cx="1152933" cy="574053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IoT Device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4810540" y="5797095"/>
            <a:ext cx="1934816" cy="45255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/>
          </a:p>
        </p:txBody>
      </p:sp>
      <p:cxnSp>
        <p:nvCxnSpPr>
          <p:cNvPr id="97" name="Google Shape;97;p1"/>
          <p:cNvCxnSpPr>
            <a:stCxn id="96" idx="6"/>
            <a:endCxn id="94" idx="1"/>
          </p:cNvCxnSpPr>
          <p:nvPr/>
        </p:nvCxnSpPr>
        <p:spPr>
          <a:xfrm>
            <a:off x="3498568" y="6023373"/>
            <a:ext cx="131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8" name="Google Shape;98;p1"/>
          <p:cNvSpPr txBox="1"/>
          <p:nvPr/>
        </p:nvSpPr>
        <p:spPr>
          <a:xfrm>
            <a:off x="4481056" y="4667405"/>
            <a:ext cx="17275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TCP/IP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3826274" y="3669632"/>
            <a:ext cx="2480556" cy="45255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Socket Server Application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5177834" y="4129109"/>
            <a:ext cx="260976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Data  Validate , Process and insert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7611557" y="1912377"/>
            <a:ext cx="2480556" cy="45255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2697278" y="1912377"/>
            <a:ext cx="2480556" cy="45255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 Program</a:t>
            </a:r>
            <a:endParaRPr/>
          </a:p>
        </p:txBody>
      </p:sp>
      <p:cxnSp>
        <p:nvCxnSpPr>
          <p:cNvPr id="102" name="Google Shape;102;p1"/>
          <p:cNvCxnSpPr>
            <a:stCxn id="100" idx="2"/>
            <a:endCxn id="95" idx="0"/>
          </p:cNvCxnSpPr>
          <p:nvPr/>
        </p:nvCxnSpPr>
        <p:spPr>
          <a:xfrm rot="5400000">
            <a:off x="6306785" y="1124583"/>
            <a:ext cx="1304700" cy="37854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03" name="Google Shape;103;p1"/>
          <p:cNvCxnSpPr>
            <a:stCxn id="95" idx="3"/>
            <a:endCxn id="100" idx="2"/>
          </p:cNvCxnSpPr>
          <p:nvPr/>
        </p:nvCxnSpPr>
        <p:spPr>
          <a:xfrm flipH="1" rot="10800000">
            <a:off x="6306830" y="2365010"/>
            <a:ext cx="2544900" cy="15309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04" name="Google Shape;104;p1"/>
          <p:cNvSpPr/>
          <p:nvPr/>
        </p:nvSpPr>
        <p:spPr>
          <a:xfrm>
            <a:off x="4381974" y="408069"/>
            <a:ext cx="2480556" cy="45255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 UI</a:t>
            </a:r>
            <a:endParaRPr/>
          </a:p>
        </p:txBody>
      </p:sp>
      <p:cxnSp>
        <p:nvCxnSpPr>
          <p:cNvPr id="105" name="Google Shape;105;p1"/>
          <p:cNvCxnSpPr>
            <a:stCxn id="101" idx="2"/>
            <a:endCxn id="95" idx="1"/>
          </p:cNvCxnSpPr>
          <p:nvPr/>
        </p:nvCxnSpPr>
        <p:spPr>
          <a:xfrm rot="5400000">
            <a:off x="3116456" y="3074733"/>
            <a:ext cx="1530900" cy="111300"/>
          </a:xfrm>
          <a:prstGeom prst="bentConnector4">
            <a:avLst>
              <a:gd fmla="val 42612" name="adj1"/>
              <a:gd fmla="val 305374" name="adj2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06" name="Google Shape;106;p1"/>
          <p:cNvCxnSpPr>
            <a:endCxn id="94" idx="0"/>
          </p:cNvCxnSpPr>
          <p:nvPr/>
        </p:nvCxnSpPr>
        <p:spPr>
          <a:xfrm flipH="1" rot="-5400000">
            <a:off x="4595198" y="4614345"/>
            <a:ext cx="1654200" cy="711300"/>
          </a:xfrm>
          <a:prstGeom prst="bentConnector3">
            <a:avLst>
              <a:gd fmla="val 50002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07" name="Google Shape;107;p1"/>
          <p:cNvCxnSpPr>
            <a:stCxn id="101" idx="3"/>
            <a:endCxn id="100" idx="1"/>
          </p:cNvCxnSpPr>
          <p:nvPr/>
        </p:nvCxnSpPr>
        <p:spPr>
          <a:xfrm>
            <a:off x="5177834" y="2138655"/>
            <a:ext cx="2433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08" name="Google Shape;108;p1"/>
          <p:cNvCxnSpPr>
            <a:stCxn id="104" idx="2"/>
            <a:endCxn id="101" idx="0"/>
          </p:cNvCxnSpPr>
          <p:nvPr/>
        </p:nvCxnSpPr>
        <p:spPr>
          <a:xfrm rot="5400000">
            <a:off x="4253952" y="544125"/>
            <a:ext cx="1051800" cy="1684800"/>
          </a:xfrm>
          <a:prstGeom prst="bentConnector3">
            <a:avLst>
              <a:gd fmla="val 49998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09" name="Google Shape;109;p1"/>
          <p:cNvSpPr txBox="1"/>
          <p:nvPr/>
        </p:nvSpPr>
        <p:spPr>
          <a:xfrm>
            <a:off x="5066552" y="1453412"/>
            <a:ext cx="17275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 API Request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99633" y="5281260"/>
            <a:ext cx="17275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Layer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48137" y="4639023"/>
            <a:ext cx="17275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 Layer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848137" y="3473809"/>
            <a:ext cx="17275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Aggregation Layer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91832" y="1735128"/>
            <a:ext cx="17275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Processing Layer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913217" y="295793"/>
            <a:ext cx="17275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/>
          <p:nvPr/>
        </p:nvSpPr>
        <p:spPr>
          <a:xfrm>
            <a:off x="7743882" y="3882887"/>
            <a:ext cx="3644059" cy="671088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6451085" y="5093336"/>
            <a:ext cx="3644059" cy="434026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IoT Service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799142" y="5107686"/>
            <a:ext cx="4781130" cy="43402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IoT Devices and Gateways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4481813" y="2916192"/>
            <a:ext cx="2743204" cy="704428"/>
          </a:xfrm>
          <a:prstGeom prst="rect">
            <a:avLst/>
          </a:prstGeom>
          <a:solidFill>
            <a:srgbClr val="385623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 APP</a:t>
            </a:r>
            <a:endParaRPr/>
          </a:p>
        </p:txBody>
      </p:sp>
      <p:cxnSp>
        <p:nvCxnSpPr>
          <p:cNvPr id="123" name="Google Shape;123;p2"/>
          <p:cNvCxnSpPr>
            <a:stCxn id="119" idx="0"/>
            <a:endCxn id="122" idx="3"/>
          </p:cNvCxnSpPr>
          <p:nvPr/>
        </p:nvCxnSpPr>
        <p:spPr>
          <a:xfrm flipH="1" rot="5400000">
            <a:off x="8088261" y="2405237"/>
            <a:ext cx="614400" cy="23409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4" name="Google Shape;124;p2"/>
          <p:cNvCxnSpPr>
            <a:endCxn id="122" idx="0"/>
          </p:cNvCxnSpPr>
          <p:nvPr/>
        </p:nvCxnSpPr>
        <p:spPr>
          <a:xfrm>
            <a:off x="4282915" y="2202792"/>
            <a:ext cx="1570500" cy="713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5" name="Google Shape;125;p2"/>
          <p:cNvCxnSpPr>
            <a:endCxn id="122" idx="0"/>
          </p:cNvCxnSpPr>
          <p:nvPr/>
        </p:nvCxnSpPr>
        <p:spPr>
          <a:xfrm flipH="1">
            <a:off x="5853415" y="2202792"/>
            <a:ext cx="1775700" cy="713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6" name="Google Shape;126;p2"/>
          <p:cNvCxnSpPr/>
          <p:nvPr/>
        </p:nvCxnSpPr>
        <p:spPr>
          <a:xfrm>
            <a:off x="6789161" y="3620620"/>
            <a:ext cx="0" cy="147271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7" name="Google Shape;127;p2"/>
          <p:cNvSpPr/>
          <p:nvPr/>
        </p:nvSpPr>
        <p:spPr>
          <a:xfrm>
            <a:off x="1631127" y="115925"/>
            <a:ext cx="8038914" cy="64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Conditional Monitoring Solution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9565913" y="6010666"/>
            <a:ext cx="2372138" cy="462863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Mail Send</a:t>
            </a:r>
            <a:endParaRPr/>
          </a:p>
        </p:txBody>
      </p:sp>
      <p:cxnSp>
        <p:nvCxnSpPr>
          <p:cNvPr id="129" name="Google Shape;129;p2"/>
          <p:cNvCxnSpPr>
            <a:endCxn id="128" idx="0"/>
          </p:cNvCxnSpPr>
          <p:nvPr/>
        </p:nvCxnSpPr>
        <p:spPr>
          <a:xfrm>
            <a:off x="10751982" y="4581166"/>
            <a:ext cx="0" cy="142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0" name="Google Shape;130;p2"/>
          <p:cNvCxnSpPr/>
          <p:nvPr/>
        </p:nvCxnSpPr>
        <p:spPr>
          <a:xfrm>
            <a:off x="9670041" y="4581252"/>
            <a:ext cx="0" cy="51208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1" name="Google Shape;131;p2"/>
          <p:cNvCxnSpPr>
            <a:stCxn id="120" idx="1"/>
            <a:endCxn id="121" idx="3"/>
          </p:cNvCxnSpPr>
          <p:nvPr/>
        </p:nvCxnSpPr>
        <p:spPr>
          <a:xfrm flipH="1">
            <a:off x="5580185" y="5310349"/>
            <a:ext cx="870900" cy="1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2" name="Google Shape;132;p2"/>
          <p:cNvSpPr/>
          <p:nvPr/>
        </p:nvSpPr>
        <p:spPr>
          <a:xfrm>
            <a:off x="2813101" y="1701789"/>
            <a:ext cx="2372138" cy="462863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 Company UI</a:t>
            </a:r>
            <a:endParaRPr/>
          </a:p>
        </p:txBody>
      </p:sp>
      <p:sp>
        <p:nvSpPr>
          <p:cNvPr id="133" name="Google Shape;133;p2"/>
          <p:cNvSpPr/>
          <p:nvPr/>
        </p:nvSpPr>
        <p:spPr>
          <a:xfrm>
            <a:off x="6397815" y="1723658"/>
            <a:ext cx="2372138" cy="462863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Company UI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/>
          <p:nvPr/>
        </p:nvSpPr>
        <p:spPr>
          <a:xfrm>
            <a:off x="3344699" y="2252973"/>
            <a:ext cx="2718570" cy="768905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Raw Data Packet </a:t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649355" y="251109"/>
            <a:ext cx="5724941" cy="7155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IoT Service  Structure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3060861" y="4122840"/>
            <a:ext cx="3644059" cy="434026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IoT Service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3058992" y="5223802"/>
            <a:ext cx="3645928" cy="527928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/>
          </a:p>
        </p:txBody>
      </p:sp>
      <p:cxnSp>
        <p:nvCxnSpPr>
          <p:cNvPr id="142" name="Google Shape;142;p3"/>
          <p:cNvCxnSpPr/>
          <p:nvPr/>
        </p:nvCxnSpPr>
        <p:spPr>
          <a:xfrm>
            <a:off x="4446103" y="3039001"/>
            <a:ext cx="0" cy="108383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3" name="Google Shape;143;p3"/>
          <p:cNvCxnSpPr/>
          <p:nvPr/>
        </p:nvCxnSpPr>
        <p:spPr>
          <a:xfrm>
            <a:off x="4703984" y="4547684"/>
            <a:ext cx="0" cy="62066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4" name="Google Shape;144;p3"/>
          <p:cNvSpPr txBox="1"/>
          <p:nvPr/>
        </p:nvSpPr>
        <p:spPr>
          <a:xfrm>
            <a:off x="2251494" y="3787984"/>
            <a:ext cx="20026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Data Packet Receive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3"/>
          <p:cNvCxnSpPr/>
          <p:nvPr/>
        </p:nvCxnSpPr>
        <p:spPr>
          <a:xfrm rot="10800000">
            <a:off x="4703984" y="3021878"/>
            <a:ext cx="0" cy="107388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6" name="Google Shape;146;p3"/>
          <p:cNvSpPr txBox="1"/>
          <p:nvPr/>
        </p:nvSpPr>
        <p:spPr>
          <a:xfrm>
            <a:off x="4830020" y="3808293"/>
            <a:ext cx="20026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Data Packet Sending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3219349" y="1183672"/>
            <a:ext cx="2969411" cy="570765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IoT Device</a:t>
            </a:r>
            <a:endParaRPr/>
          </a:p>
        </p:txBody>
      </p:sp>
      <p:cxnSp>
        <p:nvCxnSpPr>
          <p:cNvPr id="148" name="Google Shape;148;p3"/>
          <p:cNvCxnSpPr/>
          <p:nvPr/>
        </p:nvCxnSpPr>
        <p:spPr>
          <a:xfrm>
            <a:off x="4201339" y="1754437"/>
            <a:ext cx="0" cy="49853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9" name="Google Shape;149;p3"/>
          <p:cNvCxnSpPr/>
          <p:nvPr/>
        </p:nvCxnSpPr>
        <p:spPr>
          <a:xfrm rot="10800000">
            <a:off x="4535616" y="1754440"/>
            <a:ext cx="0" cy="48499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0" name="Google Shape;150;p3"/>
          <p:cNvSpPr txBox="1"/>
          <p:nvPr/>
        </p:nvSpPr>
        <p:spPr>
          <a:xfrm>
            <a:off x="4881957" y="1931656"/>
            <a:ext cx="9224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BLE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3"/>
          <p:cNvCxnSpPr>
            <a:stCxn id="141" idx="1"/>
            <a:endCxn id="152" idx="1"/>
          </p:cNvCxnSpPr>
          <p:nvPr/>
        </p:nvCxnSpPr>
        <p:spPr>
          <a:xfrm flipH="1">
            <a:off x="463692" y="5487766"/>
            <a:ext cx="2595300" cy="6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2" name="Google Shape;152;p3"/>
          <p:cNvSpPr/>
          <p:nvPr/>
        </p:nvSpPr>
        <p:spPr>
          <a:xfrm>
            <a:off x="463826" y="5897877"/>
            <a:ext cx="2372138" cy="462863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Mail Send</a:t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8849466" y="5140067"/>
            <a:ext cx="2743204" cy="704428"/>
          </a:xfrm>
          <a:prstGeom prst="rect">
            <a:avLst/>
          </a:prstGeom>
          <a:solidFill>
            <a:srgbClr val="385623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 UI</a:t>
            </a:r>
            <a:endParaRPr/>
          </a:p>
        </p:txBody>
      </p:sp>
      <p:cxnSp>
        <p:nvCxnSpPr>
          <p:cNvPr id="154" name="Google Shape;154;p3"/>
          <p:cNvCxnSpPr>
            <a:stCxn id="140" idx="3"/>
            <a:endCxn id="153" idx="1"/>
          </p:cNvCxnSpPr>
          <p:nvPr/>
        </p:nvCxnSpPr>
        <p:spPr>
          <a:xfrm>
            <a:off x="6704920" y="4339853"/>
            <a:ext cx="2144400" cy="1152300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55" name="Google Shape;155;p3"/>
          <p:cNvCxnSpPr>
            <a:stCxn id="141" idx="3"/>
            <a:endCxn id="153" idx="1"/>
          </p:cNvCxnSpPr>
          <p:nvPr/>
        </p:nvCxnSpPr>
        <p:spPr>
          <a:xfrm>
            <a:off x="6704920" y="5487766"/>
            <a:ext cx="2144400" cy="4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56" name="Google Shape;156;p3"/>
          <p:cNvCxnSpPr/>
          <p:nvPr/>
        </p:nvCxnSpPr>
        <p:spPr>
          <a:xfrm rot="10800000">
            <a:off x="5033716" y="4556218"/>
            <a:ext cx="1" cy="63985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7" name="Google Shape;157;p3"/>
          <p:cNvSpPr txBox="1"/>
          <p:nvPr/>
        </p:nvSpPr>
        <p:spPr>
          <a:xfrm>
            <a:off x="4683908" y="3300562"/>
            <a:ext cx="12061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Access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" name="Google Shape;162;p4"/>
          <p:cNvGraphicFramePr/>
          <p:nvPr/>
        </p:nvGraphicFramePr>
        <p:xfrm>
          <a:off x="159027" y="3423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{A55A7D9A-13A0-4A89-BAAF-8E38B19A3AE3}</a:tableStyleId>
              </a:tblPr>
              <a:tblGrid>
                <a:gridCol w="2842600"/>
                <a:gridCol w="2842600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Standard Version 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  Gateway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Max Device with One Gateway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 15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Raw data packet size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13 byte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 Temperature Stream interval (std)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15 min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Humidity Stream interval (std)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15 min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Device / Day (Temperature Stream Data 15 minute interval)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96 records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Device/ Day (Humidity Stream Data 15 minute interval)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96 records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Temperature Data Gateway/Day(15 device)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1440 records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Humidity Data Gateway/Day(15 device)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1440 records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Gateway  Alive Ping alert every minute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 1440 {Updating last alive time in gateway table)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 Total Packet sending from Gateway /Day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 4320 Packets(56160 byte)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63" name="Google Shape;163;p4"/>
          <p:cNvGraphicFramePr/>
          <p:nvPr/>
        </p:nvGraphicFramePr>
        <p:xfrm>
          <a:off x="6096000" y="3423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{A55A7D9A-13A0-4A89-BAAF-8E38B19A3AE3}</a:tableStyleId>
              </a:tblPr>
              <a:tblGrid>
                <a:gridCol w="2842600"/>
                <a:gridCol w="2842600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Advanced version 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  Gateway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Max Device with One Gateway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 15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Raw data packet size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13 byte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 Temperature Stream interval (adv)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5 min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Humidity Stream interval (adv)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5 min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Device / Day (Temperature Stream Data 5 minute interval)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288 records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Device/ Day (Humidity Stream Data 5 minute interval)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288 records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Temperature Data Gateway/Day(15 device)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4320 records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Humidity Data Gateway/Day(15 device)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4320 records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Gateway  Alive Ping alert every minute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 1440 {Updating last alive time in gateway table)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 Total Packet sending from Gateway/Day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 10080 Packets(131,040 byte)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/>
          <p:nvPr/>
        </p:nvSpPr>
        <p:spPr>
          <a:xfrm>
            <a:off x="848139" y="420756"/>
            <a:ext cx="10721009" cy="250163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848139" y="3285644"/>
            <a:ext cx="10721009" cy="286005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5"/>
          <p:cNvCxnSpPr/>
          <p:nvPr/>
        </p:nvCxnSpPr>
        <p:spPr>
          <a:xfrm>
            <a:off x="1232452" y="420756"/>
            <a:ext cx="0" cy="236220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1" name="Google Shape;171;p5"/>
          <p:cNvCxnSpPr/>
          <p:nvPr/>
        </p:nvCxnSpPr>
        <p:spPr>
          <a:xfrm>
            <a:off x="1232452" y="3285644"/>
            <a:ext cx="0" cy="28600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2" name="Google Shape;172;p5"/>
          <p:cNvSpPr txBox="1"/>
          <p:nvPr/>
        </p:nvSpPr>
        <p:spPr>
          <a:xfrm rot="-5400000">
            <a:off x="299271" y="1548848"/>
            <a:ext cx="15585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Customer/7Eleven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 rot="-5400000">
            <a:off x="355507" y="4561781"/>
            <a:ext cx="133331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Sanki Service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1431235" y="923443"/>
            <a:ext cx="516835" cy="574053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1280024" y="1546244"/>
            <a:ext cx="109628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Alert/Refrigerator not working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5"/>
          <p:cNvCxnSpPr>
            <a:stCxn id="174" idx="6"/>
          </p:cNvCxnSpPr>
          <p:nvPr/>
        </p:nvCxnSpPr>
        <p:spPr>
          <a:xfrm>
            <a:off x="1948070" y="1210469"/>
            <a:ext cx="51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7" name="Google Shape;177;p5"/>
          <p:cNvSpPr/>
          <p:nvPr/>
        </p:nvSpPr>
        <p:spPr>
          <a:xfrm>
            <a:off x="2464905" y="1046922"/>
            <a:ext cx="1099930" cy="34454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Selected sensor</a:t>
            </a:r>
            <a:endParaRPr/>
          </a:p>
        </p:txBody>
      </p:sp>
      <p:cxnSp>
        <p:nvCxnSpPr>
          <p:cNvPr id="178" name="Google Shape;178;p5"/>
          <p:cNvCxnSpPr>
            <a:stCxn id="177" idx="2"/>
            <a:endCxn id="179" idx="0"/>
          </p:cNvCxnSpPr>
          <p:nvPr/>
        </p:nvCxnSpPr>
        <p:spPr>
          <a:xfrm>
            <a:off x="3014870" y="1391470"/>
            <a:ext cx="3600" cy="47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9" name="Google Shape;179;p5"/>
          <p:cNvSpPr/>
          <p:nvPr/>
        </p:nvSpPr>
        <p:spPr>
          <a:xfrm>
            <a:off x="2468553" y="1865239"/>
            <a:ext cx="1099930" cy="34454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 Request</a:t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1948071" y="3855200"/>
            <a:ext cx="503918" cy="486545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nvelope" id="181" name="Google Shape;1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1430" y="3884545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" name="Google Shape;182;p5"/>
          <p:cNvCxnSpPr>
            <a:stCxn id="181" idx="3"/>
            <a:endCxn id="183" idx="1"/>
          </p:cNvCxnSpPr>
          <p:nvPr/>
        </p:nvCxnSpPr>
        <p:spPr>
          <a:xfrm flipH="1" rot="10800000">
            <a:off x="2428630" y="4098445"/>
            <a:ext cx="693600" cy="1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3" name="Google Shape;183;p5"/>
          <p:cNvSpPr/>
          <p:nvPr/>
        </p:nvSpPr>
        <p:spPr>
          <a:xfrm>
            <a:off x="3122258" y="3855200"/>
            <a:ext cx="609598" cy="486545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" id="184" name="Google Shape;18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3621" y="3964057"/>
            <a:ext cx="298174" cy="29817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"/>
          <p:cNvSpPr/>
          <p:nvPr/>
        </p:nvSpPr>
        <p:spPr>
          <a:xfrm>
            <a:off x="3780341" y="4877542"/>
            <a:ext cx="1099930" cy="34454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Solve the Issue</a:t>
            </a:r>
            <a:endParaRPr/>
          </a:p>
        </p:txBody>
      </p:sp>
      <p:cxnSp>
        <p:nvCxnSpPr>
          <p:cNvPr id="186" name="Google Shape;186;p5"/>
          <p:cNvCxnSpPr>
            <a:stCxn id="183" idx="2"/>
            <a:endCxn id="185" idx="1"/>
          </p:cNvCxnSpPr>
          <p:nvPr/>
        </p:nvCxnSpPr>
        <p:spPr>
          <a:xfrm flipH="1" rot="-5400000">
            <a:off x="3249757" y="4519045"/>
            <a:ext cx="708000" cy="35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7" name="Google Shape;187;p5"/>
          <p:cNvSpPr/>
          <p:nvPr/>
        </p:nvSpPr>
        <p:spPr>
          <a:xfrm>
            <a:off x="6520402" y="5563095"/>
            <a:ext cx="1324877" cy="34454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Update The Status</a:t>
            </a:r>
            <a:endParaRPr/>
          </a:p>
        </p:txBody>
      </p:sp>
      <p:cxnSp>
        <p:nvCxnSpPr>
          <p:cNvPr id="188" name="Google Shape;188;p5"/>
          <p:cNvCxnSpPr>
            <a:stCxn id="185" idx="2"/>
            <a:endCxn id="187" idx="1"/>
          </p:cNvCxnSpPr>
          <p:nvPr/>
        </p:nvCxnSpPr>
        <p:spPr>
          <a:xfrm flipH="1" rot="-5400000">
            <a:off x="5168656" y="4383740"/>
            <a:ext cx="513300" cy="2190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9" name="Google Shape;189;p5"/>
          <p:cNvSpPr/>
          <p:nvPr/>
        </p:nvSpPr>
        <p:spPr>
          <a:xfrm>
            <a:off x="4578792" y="3839834"/>
            <a:ext cx="503918" cy="486545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nvelope" id="190" name="Google Shape;1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2151" y="386917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5"/>
          <p:cNvSpPr/>
          <p:nvPr/>
        </p:nvSpPr>
        <p:spPr>
          <a:xfrm>
            <a:off x="7242147" y="1010951"/>
            <a:ext cx="503918" cy="486545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nvelope" id="192" name="Google Shape;1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5506" y="1040296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5"/>
          <p:cNvCxnSpPr>
            <a:stCxn id="189" idx="2"/>
            <a:endCxn id="183" idx="3"/>
          </p:cNvCxnSpPr>
          <p:nvPr/>
        </p:nvCxnSpPr>
        <p:spPr>
          <a:xfrm flipH="1">
            <a:off x="3731892" y="4083106"/>
            <a:ext cx="846900" cy="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4" name="Google Shape;194;p5"/>
          <p:cNvSpPr/>
          <p:nvPr/>
        </p:nvSpPr>
        <p:spPr>
          <a:xfrm>
            <a:off x="4473112" y="1010951"/>
            <a:ext cx="609598" cy="486545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5"/>
          <p:cNvCxnSpPr>
            <a:stCxn id="179" idx="3"/>
            <a:endCxn id="194" idx="1"/>
          </p:cNvCxnSpPr>
          <p:nvPr/>
        </p:nvCxnSpPr>
        <p:spPr>
          <a:xfrm flipH="1" rot="10800000">
            <a:off x="3568483" y="1254213"/>
            <a:ext cx="904500" cy="7833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6" name="Google Shape;196;p5"/>
          <p:cNvSpPr/>
          <p:nvPr/>
        </p:nvSpPr>
        <p:spPr>
          <a:xfrm>
            <a:off x="9746968" y="5498483"/>
            <a:ext cx="516835" cy="47377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5"/>
          <p:cNvCxnSpPr>
            <a:stCxn id="187" idx="3"/>
            <a:endCxn id="196" idx="2"/>
          </p:cNvCxnSpPr>
          <p:nvPr/>
        </p:nvCxnSpPr>
        <p:spPr>
          <a:xfrm>
            <a:off x="7845279" y="5735369"/>
            <a:ext cx="190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8" name="Google Shape;198;p5"/>
          <p:cNvCxnSpPr>
            <a:stCxn id="194" idx="3"/>
            <a:endCxn id="192" idx="1"/>
          </p:cNvCxnSpPr>
          <p:nvPr/>
        </p:nvCxnSpPr>
        <p:spPr>
          <a:xfrm>
            <a:off x="5082710" y="1254223"/>
            <a:ext cx="2182800" cy="1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9" name="Google Shape;199;p5"/>
          <p:cNvSpPr/>
          <p:nvPr/>
        </p:nvSpPr>
        <p:spPr>
          <a:xfrm>
            <a:off x="8905456" y="1096622"/>
            <a:ext cx="1099930" cy="34454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Issue Solved</a:t>
            </a:r>
            <a:endParaRPr/>
          </a:p>
        </p:txBody>
      </p:sp>
      <p:cxnSp>
        <p:nvCxnSpPr>
          <p:cNvPr id="200" name="Google Shape;200;p5"/>
          <p:cNvCxnSpPr>
            <a:stCxn id="192" idx="3"/>
            <a:endCxn id="199" idx="1"/>
          </p:cNvCxnSpPr>
          <p:nvPr/>
        </p:nvCxnSpPr>
        <p:spPr>
          <a:xfrm>
            <a:off x="7722706" y="1268896"/>
            <a:ext cx="118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1" name="Google Shape;201;p5"/>
          <p:cNvCxnSpPr>
            <a:stCxn id="179" idx="2"/>
            <a:endCxn id="181" idx="0"/>
          </p:cNvCxnSpPr>
          <p:nvPr/>
        </p:nvCxnSpPr>
        <p:spPr>
          <a:xfrm rot="5400000">
            <a:off x="1771868" y="2638037"/>
            <a:ext cx="1674900" cy="8184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202" name="Google Shape;202;p5"/>
          <p:cNvCxnSpPr>
            <a:stCxn id="187" idx="0"/>
            <a:endCxn id="192" idx="2"/>
          </p:cNvCxnSpPr>
          <p:nvPr/>
        </p:nvCxnSpPr>
        <p:spPr>
          <a:xfrm rot="-5400000">
            <a:off x="5305740" y="3374595"/>
            <a:ext cx="4065600" cy="3114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203" name="Google Shape;203;p5"/>
          <p:cNvSpPr/>
          <p:nvPr/>
        </p:nvSpPr>
        <p:spPr>
          <a:xfrm>
            <a:off x="9210709" y="1920159"/>
            <a:ext cx="487018" cy="47377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5"/>
          <p:cNvCxnSpPr>
            <a:stCxn id="199" idx="2"/>
            <a:endCxn id="203" idx="0"/>
          </p:cNvCxnSpPr>
          <p:nvPr/>
        </p:nvCxnSpPr>
        <p:spPr>
          <a:xfrm flipH="1">
            <a:off x="9454221" y="1441170"/>
            <a:ext cx="1200" cy="47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5" name="Google Shape;205;p5"/>
          <p:cNvSpPr/>
          <p:nvPr/>
        </p:nvSpPr>
        <p:spPr>
          <a:xfrm>
            <a:off x="5452233" y="1865239"/>
            <a:ext cx="1099930" cy="34454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Ask Status</a:t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4587242" y="1794232"/>
            <a:ext cx="487018" cy="47377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ck" id="207" name="Google Shape;20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1929" y="1804143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5"/>
          <p:cNvCxnSpPr>
            <a:stCxn id="194" idx="2"/>
            <a:endCxn id="207" idx="0"/>
          </p:cNvCxnSpPr>
          <p:nvPr/>
        </p:nvCxnSpPr>
        <p:spPr>
          <a:xfrm flipH="1" rot="-5400000">
            <a:off x="4655961" y="1619446"/>
            <a:ext cx="306600" cy="627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9" name="Google Shape;209;p5"/>
          <p:cNvCxnSpPr>
            <a:stCxn id="207" idx="3"/>
            <a:endCxn id="205" idx="1"/>
          </p:cNvCxnSpPr>
          <p:nvPr/>
        </p:nvCxnSpPr>
        <p:spPr>
          <a:xfrm>
            <a:off x="5069129" y="2032743"/>
            <a:ext cx="383100" cy="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0" name="Google Shape;210;p5"/>
          <p:cNvSpPr txBox="1"/>
          <p:nvPr/>
        </p:nvSpPr>
        <p:spPr>
          <a:xfrm>
            <a:off x="4507534" y="2304701"/>
            <a:ext cx="82717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day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5"/>
          <p:cNvCxnSpPr>
            <a:stCxn id="205" idx="2"/>
          </p:cNvCxnSpPr>
          <p:nvPr/>
        </p:nvCxnSpPr>
        <p:spPr>
          <a:xfrm flipH="1" rot="5400000">
            <a:off x="4556498" y="764087"/>
            <a:ext cx="940800" cy="1950600"/>
          </a:xfrm>
          <a:prstGeom prst="bentConnector4">
            <a:avLst>
              <a:gd fmla="val -43737" name="adj1"/>
              <a:gd fmla="val 96554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2" name="Google Shape;212;p5"/>
          <p:cNvSpPr/>
          <p:nvPr/>
        </p:nvSpPr>
        <p:spPr>
          <a:xfrm>
            <a:off x="5555278" y="3933188"/>
            <a:ext cx="1304269" cy="34454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Claim Customer</a:t>
            </a:r>
            <a:endParaRPr/>
          </a:p>
        </p:txBody>
      </p:sp>
      <p:cxnSp>
        <p:nvCxnSpPr>
          <p:cNvPr id="213" name="Google Shape;213;p5"/>
          <p:cNvCxnSpPr>
            <a:stCxn id="190" idx="3"/>
            <a:endCxn id="212" idx="1"/>
          </p:cNvCxnSpPr>
          <p:nvPr/>
        </p:nvCxnSpPr>
        <p:spPr>
          <a:xfrm>
            <a:off x="5059351" y="4097779"/>
            <a:ext cx="495900" cy="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4" name="Google Shape;214;p5"/>
          <p:cNvCxnSpPr>
            <a:stCxn id="212" idx="2"/>
            <a:endCxn id="190" idx="2"/>
          </p:cNvCxnSpPr>
          <p:nvPr/>
        </p:nvCxnSpPr>
        <p:spPr>
          <a:xfrm rot="5400000">
            <a:off x="5494763" y="3613686"/>
            <a:ext cx="48600" cy="1376700"/>
          </a:xfrm>
          <a:prstGeom prst="bentConnector3">
            <a:avLst>
              <a:gd fmla="val 570458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5" name="Google Shape;215;p5"/>
          <p:cNvCxnSpPr>
            <a:stCxn id="205" idx="2"/>
            <a:endCxn id="212" idx="0"/>
          </p:cNvCxnSpPr>
          <p:nvPr/>
        </p:nvCxnSpPr>
        <p:spPr>
          <a:xfrm flipH="1" rot="-5400000">
            <a:off x="5243048" y="2968937"/>
            <a:ext cx="1723500" cy="205200"/>
          </a:xfrm>
          <a:prstGeom prst="bentConnector3">
            <a:avLst>
              <a:gd fmla="val 49997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216" name="Google Shape;216;p5"/>
          <p:cNvCxnSpPr>
            <a:stCxn id="173" idx="2"/>
            <a:endCxn id="169" idx="3"/>
          </p:cNvCxnSpPr>
          <p:nvPr/>
        </p:nvCxnSpPr>
        <p:spPr>
          <a:xfrm>
            <a:off x="1176052" y="4715670"/>
            <a:ext cx="1039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7" name="Google Shape;217;p5"/>
          <p:cNvSpPr txBox="1"/>
          <p:nvPr/>
        </p:nvSpPr>
        <p:spPr>
          <a:xfrm rot="-5400000">
            <a:off x="774754" y="3839834"/>
            <a:ext cx="13333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Service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 txBox="1"/>
          <p:nvPr/>
        </p:nvSpPr>
        <p:spPr>
          <a:xfrm rot="-5400000">
            <a:off x="735515" y="5186820"/>
            <a:ext cx="13914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Engineer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9682632" y="2162663"/>
            <a:ext cx="99688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10346972" y="5666438"/>
            <a:ext cx="99688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Quick Service Closed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7640502" y="1469606"/>
            <a:ext cx="99688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Refrigerator Start Working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2433357" y="3030420"/>
            <a:ext cx="150464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Request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5069129" y="3410067"/>
            <a:ext cx="150464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 of Request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7350844" y="3487522"/>
            <a:ext cx="210337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 of Request Status Update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"/>
          <p:cNvSpPr/>
          <p:nvPr/>
        </p:nvSpPr>
        <p:spPr>
          <a:xfrm>
            <a:off x="278294" y="357809"/>
            <a:ext cx="6122505" cy="741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Device and Gateway Firmware Setup</a:t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1986897" y="1422211"/>
            <a:ext cx="2969411" cy="570765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Device</a:t>
            </a:r>
            <a:endParaRPr/>
          </a:p>
        </p:txBody>
      </p:sp>
      <p:cxnSp>
        <p:nvCxnSpPr>
          <p:cNvPr id="231" name="Google Shape;231;p6"/>
          <p:cNvCxnSpPr/>
          <p:nvPr/>
        </p:nvCxnSpPr>
        <p:spPr>
          <a:xfrm flipH="1">
            <a:off x="4956309" y="1707593"/>
            <a:ext cx="2557674" cy="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2" name="Google Shape;232;p6"/>
          <p:cNvSpPr/>
          <p:nvPr/>
        </p:nvSpPr>
        <p:spPr>
          <a:xfrm>
            <a:off x="7513984" y="1490580"/>
            <a:ext cx="3379304" cy="434026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BLE Mobile APP</a:t>
            </a:r>
            <a:endParaRPr/>
          </a:p>
        </p:txBody>
      </p:sp>
      <p:sp>
        <p:nvSpPr>
          <p:cNvPr id="233" name="Google Shape;233;p6"/>
          <p:cNvSpPr txBox="1"/>
          <p:nvPr/>
        </p:nvSpPr>
        <p:spPr>
          <a:xfrm>
            <a:off x="5939551" y="1707593"/>
            <a:ext cx="9224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BLE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7845289" y="1924606"/>
            <a:ext cx="3047999" cy="312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Firmware to selected Device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1986897" y="2671559"/>
            <a:ext cx="2969411" cy="570765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Gateway</a:t>
            </a:r>
            <a:endParaRPr/>
          </a:p>
        </p:txBody>
      </p:sp>
      <p:cxnSp>
        <p:nvCxnSpPr>
          <p:cNvPr id="236" name="Google Shape;236;p6"/>
          <p:cNvCxnSpPr/>
          <p:nvPr/>
        </p:nvCxnSpPr>
        <p:spPr>
          <a:xfrm flipH="1">
            <a:off x="4956309" y="2956941"/>
            <a:ext cx="2557674" cy="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7" name="Google Shape;237;p6"/>
          <p:cNvSpPr/>
          <p:nvPr/>
        </p:nvSpPr>
        <p:spPr>
          <a:xfrm>
            <a:off x="7513984" y="2739928"/>
            <a:ext cx="3379304" cy="434026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Third-party Desktop APP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6096000" y="2911120"/>
            <a:ext cx="9224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7845289" y="3173954"/>
            <a:ext cx="296941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Firmware to selected Gateway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1986897" y="4648012"/>
            <a:ext cx="2969411" cy="570765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Gateway</a:t>
            </a:r>
            <a:endParaRPr/>
          </a:p>
        </p:txBody>
      </p:sp>
      <p:cxnSp>
        <p:nvCxnSpPr>
          <p:cNvPr id="241" name="Google Shape;241;p6"/>
          <p:cNvCxnSpPr/>
          <p:nvPr/>
        </p:nvCxnSpPr>
        <p:spPr>
          <a:xfrm flipH="1">
            <a:off x="4956309" y="4933394"/>
            <a:ext cx="2557674" cy="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2" name="Google Shape;242;p6"/>
          <p:cNvSpPr/>
          <p:nvPr/>
        </p:nvSpPr>
        <p:spPr>
          <a:xfrm>
            <a:off x="7513984" y="4716381"/>
            <a:ext cx="3379304" cy="434026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Third-party Desktop APP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6096000" y="4887573"/>
            <a:ext cx="9224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1070111" y="3850737"/>
            <a:ext cx="4538869" cy="741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Gateway Config To Server Setup</a:t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7513984" y="5218777"/>
            <a:ext cx="4678016" cy="9028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Module Work mode: TCP Client and Registering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Remote IP: Server IP &amp; Remote Port :Server PORT To Gateway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2020-04-07T07:47:18Z</dcterms:created>
  <dc:creator>pranav edapparuthy</dc:creator>
</cp:coreProperties>
</file>
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6DEC85-125A-4341-A529-640255FFD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B583FA-8EC8-4BBA-9897-382876F97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878B2F-0A54-4FFD-9622-F12357AC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2D5D8B-C458-481A-BFFA-6F4D6E70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7F9ECD-1D64-49AC-96E1-5ADC8842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53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4536D-F7D9-49B2-B9BA-3C7E78B3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418B64-D680-4B6E-B12D-16BE0F855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450F70-5F16-492D-9A10-A0DC882F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275B2E-6FDF-45B4-9D3D-42DBD3E4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0392F5-B642-44ED-8E6B-5B7BA5B5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3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93FB6-F0CC-4FF6-A390-E12A1B29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8C8CBE-31A3-47BD-978A-EE5C78127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FA5112-8CE7-465B-B871-C3B8448F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B554D6-2B58-408C-914E-BC93BFF4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F23D03-121C-4952-B101-2EFC7AB6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27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F665DA-A971-4D43-BD38-87ADAA81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17994A-E1C7-4CD1-A378-188ABCD8B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F59066-C4E2-4103-9859-3EBF61617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E3A96A-C82C-4D5B-894D-E0EFC167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99CEBD-77F9-44F3-BA9D-C445C40F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8E25CD-E9F4-4079-920B-40EFF25E8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745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62A9F6-E22C-43E1-83F4-29E68C46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DF6CC0-7DDE-4AF4-879C-24A802C75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6D72F6-0027-4537-B76A-A74CFF765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BD5FF4-9D84-4D69-A29A-541AFA13A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447883-330E-4F24-BCB4-E5F1EEC28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961D7DC-12BB-4F69-8125-EB8E4832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3C3576-C21A-4B79-AD9D-EF23EB95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E7D3470-A427-4308-8310-91778374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04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1C1A77-2A53-43EA-B430-FF1502E0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4EEF0F-0FD5-4055-A51C-9FC8C5D0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833BF8-25B6-4727-8574-95A523BF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A18FFE-491B-4141-B270-643D5BC6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81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328625-4BA9-43B7-85D2-ADA2D250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B20A53-4E0F-4816-8556-2757FDAB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770D88-C5D2-4317-8B39-FD2FA565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85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D08F31-8FB2-4D54-A5BE-7C71E40A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FD3BA5-479B-4DB5-A667-F36020300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FDC99F-CF67-4BA2-9E68-5115E05CD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A985DB-2095-4851-9453-640CDEE4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964C59-5E0F-451C-A709-940C1A385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1978A7-4B5F-43F6-B16D-14F9338B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EBE9B2-F320-4B00-BF5C-333E2FF5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7E7FEA-CFFB-47AF-B255-9F5F8DC6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414C9B-CDD2-4371-AE49-A0F6B38B4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0F1E14-3D71-4D77-9D26-A49143D6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0A9548-1BC2-4B13-8584-7626A6BF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2A9AB5-27C9-416C-BFBF-285C8967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69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A016C4-8757-464E-BD92-959949FD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060042-E367-49CE-BC40-2595C1B3B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16307D-3F1D-4EB9-9071-873DC8A9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09FF32-0EEA-46D3-B080-DC864F72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1B922D-3505-4264-AA4C-5F227764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00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51FA33D-116C-41F9-8FA4-FC31C33F2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BEBBED-2E3A-4D43-9021-06CBC2988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A6A2A2-011E-49D1-B925-E1AE6085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A7D145-3484-4217-A9FA-67057DEA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08D659-40B9-4E11-BC95-24A19718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5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A0172F-9D09-45C0-9620-B928FCB8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DC1816-8F0B-480F-93DD-A4CCB4C1D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A5B517-174A-48E5-B228-97179938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D8C8B-1BAB-45F9-952A-AB98B79A3219}" type="datetimeFigureOut">
              <a:rPr kumimoji="1" lang="ja-JP" altLang="en-US" smtClean="0"/>
              <a:t>2020/5/18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C50746-4150-401F-8D44-C2E7700E7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45474D-8421-43FF-8267-8BB6F3613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991E6-03BC-4698-8183-8E3BF5AA86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221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F47D45C-AC3E-421D-B9C2-0B27CF223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897" y="0"/>
            <a:ext cx="9384206" cy="685800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631A7EA-5E4B-4037-BEF6-36ABC5A9CFEA}"/>
              </a:ext>
            </a:extLst>
          </p:cNvPr>
          <p:cNvCxnSpPr/>
          <p:nvPr/>
        </p:nvCxnSpPr>
        <p:spPr>
          <a:xfrm>
            <a:off x="1660849" y="587829"/>
            <a:ext cx="134360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B3EFCA8-A594-41F3-A3E4-E7D57F374E74}"/>
              </a:ext>
            </a:extLst>
          </p:cNvPr>
          <p:cNvCxnSpPr/>
          <p:nvPr/>
        </p:nvCxnSpPr>
        <p:spPr>
          <a:xfrm flipV="1">
            <a:off x="5167618" y="1837189"/>
            <a:ext cx="654342" cy="687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B42F43-9AF7-4B18-8028-8298139786BD}"/>
              </a:ext>
            </a:extLst>
          </p:cNvPr>
          <p:cNvSpPr txBox="1"/>
          <p:nvPr/>
        </p:nvSpPr>
        <p:spPr>
          <a:xfrm>
            <a:off x="5964572" y="1635854"/>
            <a:ext cx="4546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VIP</a:t>
            </a:r>
            <a:r>
              <a:rPr kumimoji="1" lang="ja-JP" altLang="en-US" dirty="0">
                <a:solidFill>
                  <a:srgbClr val="FF0000"/>
                </a:solidFill>
              </a:rPr>
              <a:t>会員入会金は、</a:t>
            </a:r>
            <a:r>
              <a:rPr kumimoji="1" lang="en-US" altLang="ja-JP" dirty="0">
                <a:solidFill>
                  <a:srgbClr val="FF0000"/>
                </a:solidFill>
              </a:rPr>
              <a:t>1,528</a:t>
            </a:r>
            <a:r>
              <a:rPr kumimoji="1" lang="ja-JP" altLang="en-US" dirty="0">
                <a:solidFill>
                  <a:srgbClr val="FF0000"/>
                </a:solidFill>
              </a:rPr>
              <a:t>円（税込）です。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kumimoji="1" lang="ja-JP" altLang="en-US" dirty="0">
                <a:solidFill>
                  <a:srgbClr val="FF0000"/>
                </a:solidFill>
              </a:rPr>
              <a:t>を追加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C96B00F-ABB9-4529-B33E-75B223D26A7E}"/>
              </a:ext>
            </a:extLst>
          </p:cNvPr>
          <p:cNvCxnSpPr>
            <a:cxnSpLocks/>
          </p:cNvCxnSpPr>
          <p:nvPr/>
        </p:nvCxnSpPr>
        <p:spPr>
          <a:xfrm>
            <a:off x="3004457" y="587829"/>
            <a:ext cx="1055815" cy="167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1E50057-0739-481F-A0AD-B0C118DF0709}"/>
              </a:ext>
            </a:extLst>
          </p:cNvPr>
          <p:cNvSpPr txBox="1"/>
          <p:nvPr/>
        </p:nvSpPr>
        <p:spPr>
          <a:xfrm>
            <a:off x="4211273" y="587829"/>
            <a:ext cx="524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ホームページ追加機能部分完成日付に合わせて、月初の日付で設定をお願いいたします。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C98CC79-1E3C-4E48-A569-92605FE9F79E}"/>
              </a:ext>
            </a:extLst>
          </p:cNvPr>
          <p:cNvCxnSpPr>
            <a:cxnSpLocks/>
          </p:cNvCxnSpPr>
          <p:nvPr/>
        </p:nvCxnSpPr>
        <p:spPr>
          <a:xfrm>
            <a:off x="3816991" y="5387730"/>
            <a:ext cx="7156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FF604C3-11B0-4BB3-9F23-0C4EFA1115F6}"/>
              </a:ext>
            </a:extLst>
          </p:cNvPr>
          <p:cNvCxnSpPr/>
          <p:nvPr/>
        </p:nvCxnSpPr>
        <p:spPr>
          <a:xfrm flipV="1">
            <a:off x="4346895" y="4464342"/>
            <a:ext cx="654342" cy="687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B043FF-490C-4557-8211-A3B44AD14AB5}"/>
              </a:ext>
            </a:extLst>
          </p:cNvPr>
          <p:cNvSpPr txBox="1"/>
          <p:nvPr/>
        </p:nvSpPr>
        <p:spPr>
          <a:xfrm>
            <a:off x="5167618" y="4279676"/>
            <a:ext cx="4546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午前</a:t>
            </a:r>
            <a:r>
              <a:rPr lang="en-US" altLang="ja-JP" dirty="0">
                <a:solidFill>
                  <a:srgbClr val="FF0000"/>
                </a:solidFill>
              </a:rPr>
              <a:t>10</a:t>
            </a:r>
            <a:r>
              <a:rPr lang="ja-JP" altLang="en-US" dirty="0">
                <a:solidFill>
                  <a:srgbClr val="FF0000"/>
                </a:solidFill>
              </a:rPr>
              <a:t>：</a:t>
            </a:r>
            <a:r>
              <a:rPr lang="en-US" altLang="ja-JP" dirty="0">
                <a:solidFill>
                  <a:srgbClr val="FF0000"/>
                </a:solidFill>
              </a:rPr>
              <a:t>00</a:t>
            </a:r>
            <a:r>
              <a:rPr lang="ja-JP" altLang="en-US" dirty="0">
                <a:solidFill>
                  <a:srgbClr val="FF0000"/>
                </a:solidFill>
              </a:rPr>
              <a:t>に変更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23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F5BB916-B2FC-4649-AD67-293DE9E6A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87" y="1961945"/>
            <a:ext cx="10755226" cy="2934109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EB388B9-E2E7-4187-8B12-9F9F8F53E5D0}"/>
              </a:ext>
            </a:extLst>
          </p:cNvPr>
          <p:cNvCxnSpPr/>
          <p:nvPr/>
        </p:nvCxnSpPr>
        <p:spPr>
          <a:xfrm>
            <a:off x="1082008" y="3221973"/>
            <a:ext cx="134360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E18DC14-7F17-4937-8610-9BCA7DDAEF67}"/>
              </a:ext>
            </a:extLst>
          </p:cNvPr>
          <p:cNvSpPr txBox="1"/>
          <p:nvPr/>
        </p:nvSpPr>
        <p:spPr>
          <a:xfrm>
            <a:off x="2676088" y="2927758"/>
            <a:ext cx="2567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上記日付に合わせる</a:t>
            </a:r>
          </a:p>
        </p:txBody>
      </p:sp>
    </p:spTree>
    <p:extLst>
      <p:ext uri="{BB962C8B-B14F-4D97-AF65-F5344CB8AC3E}">
        <p14:creationId xmlns:p14="http://schemas.microsoft.com/office/powerpoint/2010/main" val="1211678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B9A1F5-FED5-40B3-994D-CAAAB8FA6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86" y="0"/>
            <a:ext cx="7249228" cy="6858000"/>
          </a:xfrm>
          <a:prstGeom prst="rect">
            <a:avLst/>
          </a:prstGeom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D58ED05-1B22-4DAF-834F-37443B53FC47}"/>
              </a:ext>
            </a:extLst>
          </p:cNvPr>
          <p:cNvCxnSpPr/>
          <p:nvPr/>
        </p:nvCxnSpPr>
        <p:spPr>
          <a:xfrm>
            <a:off x="3086977" y="6325899"/>
            <a:ext cx="134360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ACCBE5-C22F-41CD-B429-28422CB8C7F6}"/>
              </a:ext>
            </a:extLst>
          </p:cNvPr>
          <p:cNvSpPr txBox="1"/>
          <p:nvPr/>
        </p:nvSpPr>
        <p:spPr>
          <a:xfrm>
            <a:off x="4681056" y="6065840"/>
            <a:ext cx="524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ホームページ追加機能部分完成日付に合わせて、月初の日付で設定をお願いいたします。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19A834B-37E0-4F14-B7C9-F59A1B26AFA3}"/>
              </a:ext>
            </a:extLst>
          </p:cNvPr>
          <p:cNvCxnSpPr>
            <a:cxnSpLocks/>
          </p:cNvCxnSpPr>
          <p:nvPr/>
        </p:nvCxnSpPr>
        <p:spPr>
          <a:xfrm>
            <a:off x="8841996" y="5001837"/>
            <a:ext cx="42204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59D7D9-1EDD-4EFE-AD09-5DC885AFE719}"/>
              </a:ext>
            </a:extLst>
          </p:cNvPr>
          <p:cNvSpPr txBox="1"/>
          <p:nvPr/>
        </p:nvSpPr>
        <p:spPr>
          <a:xfrm>
            <a:off x="7738843" y="5001837"/>
            <a:ext cx="2206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rgbClr val="FF0000"/>
                </a:solidFill>
              </a:rPr>
              <a:t>10</a:t>
            </a:r>
            <a:r>
              <a:rPr lang="ja-JP" altLang="en-US" dirty="0">
                <a:solidFill>
                  <a:srgbClr val="FF0000"/>
                </a:solidFill>
              </a:rPr>
              <a:t>：</a:t>
            </a:r>
            <a:r>
              <a:rPr lang="en-US" altLang="ja-JP" dirty="0">
                <a:solidFill>
                  <a:srgbClr val="FF0000"/>
                </a:solidFill>
              </a:rPr>
              <a:t>00</a:t>
            </a:r>
            <a:r>
              <a:rPr lang="ja-JP" altLang="en-US" dirty="0">
                <a:solidFill>
                  <a:srgbClr val="FF0000"/>
                </a:solidFill>
              </a:rPr>
              <a:t>に変更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84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65</Words>
  <Application>Microsoft Office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hiiragi</dc:creator>
  <cp:lastModifiedBy>hiiragi</cp:lastModifiedBy>
  <cp:revision>2</cp:revision>
  <dcterms:created xsi:type="dcterms:W3CDTF">2020-05-18T04:49:40Z</dcterms:created>
  <dcterms:modified xsi:type="dcterms:W3CDTF">2020-05-18T05:02:25Z</dcterms:modified>
</cp:coreProperties>
</file>
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Lst>
  <p:sldSz cx="12192000" cy="6858000"/>
  <p:notesSz cx="6797675" cy="99266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5D1C6"/>
    <a:srgbClr val="BAD6D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F42108-A376-4AD0-B7C7-93F61236CF95}"/>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EFA90260-D75B-4EAF-9E21-AF2BC3012C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36CA4242-FAC0-4FBC-AF1B-A5009096D5EC}"/>
              </a:ext>
            </a:extLst>
          </p:cNvPr>
          <p:cNvSpPr>
            <a:spLocks noGrp="1"/>
          </p:cNvSpPr>
          <p:nvPr>
            <p:ph type="dt" sz="half" idx="10"/>
          </p:nvPr>
        </p:nvSpPr>
        <p:spPr/>
        <p:txBody>
          <a:bodyPr/>
          <a:lstStyle/>
          <a:p>
            <a:fld id="{71B8771A-394C-4DBB-91B2-8D8836373159}" type="datetimeFigureOut">
              <a:rPr kumimoji="1" lang="ja-JP" altLang="en-US" smtClean="0"/>
              <a:t>2020/5/18</a:t>
            </a:fld>
            <a:endParaRPr kumimoji="1" lang="ja-JP" altLang="en-US"/>
          </a:p>
        </p:txBody>
      </p:sp>
      <p:sp>
        <p:nvSpPr>
          <p:cNvPr id="5" name="フッター プレースホルダー 4">
            <a:extLst>
              <a:ext uri="{FF2B5EF4-FFF2-40B4-BE49-F238E27FC236}">
                <a16:creationId xmlns:a16="http://schemas.microsoft.com/office/drawing/2014/main" id="{627882CE-6097-406D-B177-B2915CD0902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67BC547-95C7-4FDB-A39C-2267014FD82E}"/>
              </a:ext>
            </a:extLst>
          </p:cNvPr>
          <p:cNvSpPr>
            <a:spLocks noGrp="1"/>
          </p:cNvSpPr>
          <p:nvPr>
            <p:ph type="sldNum" sz="quarter" idx="12"/>
          </p:nvPr>
        </p:nvSpPr>
        <p:spPr/>
        <p:txBody>
          <a:bodyPr/>
          <a:lstStyle/>
          <a:p>
            <a:fld id="{1B33827B-6DA4-4511-9490-97031F0A5EC7}" type="slidenum">
              <a:rPr kumimoji="1" lang="ja-JP" altLang="en-US" smtClean="0"/>
              <a:t>‹#›</a:t>
            </a:fld>
            <a:endParaRPr kumimoji="1" lang="ja-JP" altLang="en-US"/>
          </a:p>
        </p:txBody>
      </p:sp>
    </p:spTree>
    <p:extLst>
      <p:ext uri="{BB962C8B-B14F-4D97-AF65-F5344CB8AC3E}">
        <p14:creationId xmlns:p14="http://schemas.microsoft.com/office/powerpoint/2010/main" val="74313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EDB3AB1-2B31-4F53-BE98-8620386D83C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174A25B-425A-45A9-931F-50CDFC51F30D}"/>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EF2ACD1-993C-4BF9-A227-57B918C49D34}"/>
              </a:ext>
            </a:extLst>
          </p:cNvPr>
          <p:cNvSpPr>
            <a:spLocks noGrp="1"/>
          </p:cNvSpPr>
          <p:nvPr>
            <p:ph type="dt" sz="half" idx="10"/>
          </p:nvPr>
        </p:nvSpPr>
        <p:spPr/>
        <p:txBody>
          <a:bodyPr/>
          <a:lstStyle/>
          <a:p>
            <a:fld id="{71B8771A-394C-4DBB-91B2-8D8836373159}" type="datetimeFigureOut">
              <a:rPr kumimoji="1" lang="ja-JP" altLang="en-US" smtClean="0"/>
              <a:t>2020/5/18</a:t>
            </a:fld>
            <a:endParaRPr kumimoji="1" lang="ja-JP" altLang="en-US"/>
          </a:p>
        </p:txBody>
      </p:sp>
      <p:sp>
        <p:nvSpPr>
          <p:cNvPr id="5" name="フッター プレースホルダー 4">
            <a:extLst>
              <a:ext uri="{FF2B5EF4-FFF2-40B4-BE49-F238E27FC236}">
                <a16:creationId xmlns:a16="http://schemas.microsoft.com/office/drawing/2014/main" id="{4AFC75D6-1D25-45C0-A435-E78C5B3EE77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03D9409-D4D8-4347-8DB0-48D3F6B48735}"/>
              </a:ext>
            </a:extLst>
          </p:cNvPr>
          <p:cNvSpPr>
            <a:spLocks noGrp="1"/>
          </p:cNvSpPr>
          <p:nvPr>
            <p:ph type="sldNum" sz="quarter" idx="12"/>
          </p:nvPr>
        </p:nvSpPr>
        <p:spPr/>
        <p:txBody>
          <a:bodyPr/>
          <a:lstStyle/>
          <a:p>
            <a:fld id="{1B33827B-6DA4-4511-9490-97031F0A5EC7}" type="slidenum">
              <a:rPr kumimoji="1" lang="ja-JP" altLang="en-US" smtClean="0"/>
              <a:t>‹#›</a:t>
            </a:fld>
            <a:endParaRPr kumimoji="1" lang="ja-JP" altLang="en-US"/>
          </a:p>
        </p:txBody>
      </p:sp>
    </p:spTree>
    <p:extLst>
      <p:ext uri="{BB962C8B-B14F-4D97-AF65-F5344CB8AC3E}">
        <p14:creationId xmlns:p14="http://schemas.microsoft.com/office/powerpoint/2010/main" val="11139488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0179015-CED1-4F02-A53F-457D26FFC005}"/>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A5B62BD-6EC1-45EE-86D5-64429C1E08D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B2843284-AB99-4E00-972C-8CD3501FCE8D}"/>
              </a:ext>
            </a:extLst>
          </p:cNvPr>
          <p:cNvSpPr>
            <a:spLocks noGrp="1"/>
          </p:cNvSpPr>
          <p:nvPr>
            <p:ph type="dt" sz="half" idx="10"/>
          </p:nvPr>
        </p:nvSpPr>
        <p:spPr/>
        <p:txBody>
          <a:bodyPr/>
          <a:lstStyle/>
          <a:p>
            <a:fld id="{71B8771A-394C-4DBB-91B2-8D8836373159}" type="datetimeFigureOut">
              <a:rPr kumimoji="1" lang="ja-JP" altLang="en-US" smtClean="0"/>
              <a:t>2020/5/18</a:t>
            </a:fld>
            <a:endParaRPr kumimoji="1" lang="ja-JP" altLang="en-US"/>
          </a:p>
        </p:txBody>
      </p:sp>
      <p:sp>
        <p:nvSpPr>
          <p:cNvPr id="5" name="フッター プレースホルダー 4">
            <a:extLst>
              <a:ext uri="{FF2B5EF4-FFF2-40B4-BE49-F238E27FC236}">
                <a16:creationId xmlns:a16="http://schemas.microsoft.com/office/drawing/2014/main" id="{3DD60E77-09AC-44EF-93A1-84989306846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AD3BE1-8A7A-4689-9564-01E3519C7B8C}"/>
              </a:ext>
            </a:extLst>
          </p:cNvPr>
          <p:cNvSpPr>
            <a:spLocks noGrp="1"/>
          </p:cNvSpPr>
          <p:nvPr>
            <p:ph type="sldNum" sz="quarter" idx="12"/>
          </p:nvPr>
        </p:nvSpPr>
        <p:spPr/>
        <p:txBody>
          <a:bodyPr/>
          <a:lstStyle/>
          <a:p>
            <a:fld id="{1B33827B-6DA4-4511-9490-97031F0A5EC7}" type="slidenum">
              <a:rPr kumimoji="1" lang="ja-JP" altLang="en-US" smtClean="0"/>
              <a:t>‹#›</a:t>
            </a:fld>
            <a:endParaRPr kumimoji="1" lang="ja-JP" altLang="en-US"/>
          </a:p>
        </p:txBody>
      </p:sp>
    </p:spTree>
    <p:extLst>
      <p:ext uri="{BB962C8B-B14F-4D97-AF65-F5344CB8AC3E}">
        <p14:creationId xmlns:p14="http://schemas.microsoft.com/office/powerpoint/2010/main" val="7627996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0DA8EB-A4E8-40E2-81EC-8889EC9A53B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A70C445-7358-4652-8575-7620127E9C86}"/>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558DB7CB-394B-4879-A351-057C2121515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3189755A-47DD-463C-861F-FD2B7C924632}"/>
              </a:ext>
            </a:extLst>
          </p:cNvPr>
          <p:cNvSpPr>
            <a:spLocks noGrp="1"/>
          </p:cNvSpPr>
          <p:nvPr>
            <p:ph type="dt" sz="half" idx="10"/>
          </p:nvPr>
        </p:nvSpPr>
        <p:spPr/>
        <p:txBody>
          <a:bodyPr/>
          <a:lstStyle/>
          <a:p>
            <a:fld id="{71B8771A-394C-4DBB-91B2-8D8836373159}" type="datetimeFigureOut">
              <a:rPr kumimoji="1" lang="ja-JP" altLang="en-US" smtClean="0"/>
              <a:t>2020/5/18</a:t>
            </a:fld>
            <a:endParaRPr kumimoji="1" lang="ja-JP" altLang="en-US"/>
          </a:p>
        </p:txBody>
      </p:sp>
      <p:sp>
        <p:nvSpPr>
          <p:cNvPr id="6" name="フッター プレースホルダー 5">
            <a:extLst>
              <a:ext uri="{FF2B5EF4-FFF2-40B4-BE49-F238E27FC236}">
                <a16:creationId xmlns:a16="http://schemas.microsoft.com/office/drawing/2014/main" id="{003C3C56-2095-45EF-843B-3FD8ACC8691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0AA4002-6752-4FCF-8E6A-AF42D14A7D38}"/>
              </a:ext>
            </a:extLst>
          </p:cNvPr>
          <p:cNvSpPr>
            <a:spLocks noGrp="1"/>
          </p:cNvSpPr>
          <p:nvPr>
            <p:ph type="sldNum" sz="quarter" idx="12"/>
          </p:nvPr>
        </p:nvSpPr>
        <p:spPr/>
        <p:txBody>
          <a:bodyPr/>
          <a:lstStyle/>
          <a:p>
            <a:fld id="{1B33827B-6DA4-4511-9490-97031F0A5EC7}" type="slidenum">
              <a:rPr kumimoji="1" lang="ja-JP" altLang="en-US" smtClean="0"/>
              <a:t>‹#›</a:t>
            </a:fld>
            <a:endParaRPr kumimoji="1" lang="ja-JP" altLang="en-US"/>
          </a:p>
        </p:txBody>
      </p:sp>
    </p:spTree>
    <p:extLst>
      <p:ext uri="{BB962C8B-B14F-4D97-AF65-F5344CB8AC3E}">
        <p14:creationId xmlns:p14="http://schemas.microsoft.com/office/powerpoint/2010/main" val="31354936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DAA272A-0C0F-4441-99AB-B2EA05C438C6}"/>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0C41A85-6A52-4610-88E3-E8016B1C87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FC595051-FA4F-46F6-8F85-22AA9D8BCCD3}"/>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F8286E20-CFAF-4093-BDC8-795E9B3A60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69E1131C-83DE-4988-8138-18CF704FB10F}"/>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0628BA4-65CA-489F-9EB1-6F88FD99A338}"/>
              </a:ext>
            </a:extLst>
          </p:cNvPr>
          <p:cNvSpPr>
            <a:spLocks noGrp="1"/>
          </p:cNvSpPr>
          <p:nvPr>
            <p:ph type="dt" sz="half" idx="10"/>
          </p:nvPr>
        </p:nvSpPr>
        <p:spPr/>
        <p:txBody>
          <a:bodyPr/>
          <a:lstStyle/>
          <a:p>
            <a:fld id="{71B8771A-394C-4DBB-91B2-8D8836373159}" type="datetimeFigureOut">
              <a:rPr kumimoji="1" lang="ja-JP" altLang="en-US" smtClean="0"/>
              <a:t>2020/5/18</a:t>
            </a:fld>
            <a:endParaRPr kumimoji="1" lang="ja-JP" altLang="en-US"/>
          </a:p>
        </p:txBody>
      </p:sp>
      <p:sp>
        <p:nvSpPr>
          <p:cNvPr id="8" name="フッター プレースホルダー 7">
            <a:extLst>
              <a:ext uri="{FF2B5EF4-FFF2-40B4-BE49-F238E27FC236}">
                <a16:creationId xmlns:a16="http://schemas.microsoft.com/office/drawing/2014/main" id="{7B9CE19F-92B2-4DD8-8A47-E8F2D117656A}"/>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45A67E1-9058-4C03-9445-F265E074D6BD}"/>
              </a:ext>
            </a:extLst>
          </p:cNvPr>
          <p:cNvSpPr>
            <a:spLocks noGrp="1"/>
          </p:cNvSpPr>
          <p:nvPr>
            <p:ph type="sldNum" sz="quarter" idx="12"/>
          </p:nvPr>
        </p:nvSpPr>
        <p:spPr/>
        <p:txBody>
          <a:bodyPr/>
          <a:lstStyle/>
          <a:p>
            <a:fld id="{1B33827B-6DA4-4511-9490-97031F0A5EC7}" type="slidenum">
              <a:rPr kumimoji="1" lang="ja-JP" altLang="en-US" smtClean="0"/>
              <a:t>‹#›</a:t>
            </a:fld>
            <a:endParaRPr kumimoji="1" lang="ja-JP" altLang="en-US"/>
          </a:p>
        </p:txBody>
      </p:sp>
    </p:spTree>
    <p:extLst>
      <p:ext uri="{BB962C8B-B14F-4D97-AF65-F5344CB8AC3E}">
        <p14:creationId xmlns:p14="http://schemas.microsoft.com/office/powerpoint/2010/main" val="1575919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DC9AD4-BBF5-4A18-93F4-85EBFA5E416F}"/>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2496C4A-06AC-4182-BA93-A51C8B94DA75}"/>
              </a:ext>
            </a:extLst>
          </p:cNvPr>
          <p:cNvSpPr>
            <a:spLocks noGrp="1"/>
          </p:cNvSpPr>
          <p:nvPr>
            <p:ph type="dt" sz="half" idx="10"/>
          </p:nvPr>
        </p:nvSpPr>
        <p:spPr/>
        <p:txBody>
          <a:bodyPr/>
          <a:lstStyle/>
          <a:p>
            <a:fld id="{71B8771A-394C-4DBB-91B2-8D8836373159}" type="datetimeFigureOut">
              <a:rPr kumimoji="1" lang="ja-JP" altLang="en-US" smtClean="0"/>
              <a:t>2020/5/18</a:t>
            </a:fld>
            <a:endParaRPr kumimoji="1" lang="ja-JP" altLang="en-US"/>
          </a:p>
        </p:txBody>
      </p:sp>
      <p:sp>
        <p:nvSpPr>
          <p:cNvPr id="4" name="フッター プレースホルダー 3">
            <a:extLst>
              <a:ext uri="{FF2B5EF4-FFF2-40B4-BE49-F238E27FC236}">
                <a16:creationId xmlns:a16="http://schemas.microsoft.com/office/drawing/2014/main" id="{95532D78-2DD1-4C11-87A9-79ABFB9FA66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14C7E83D-8862-450C-BB4B-7E288A33D885}"/>
              </a:ext>
            </a:extLst>
          </p:cNvPr>
          <p:cNvSpPr>
            <a:spLocks noGrp="1"/>
          </p:cNvSpPr>
          <p:nvPr>
            <p:ph type="sldNum" sz="quarter" idx="12"/>
          </p:nvPr>
        </p:nvSpPr>
        <p:spPr/>
        <p:txBody>
          <a:bodyPr/>
          <a:lstStyle/>
          <a:p>
            <a:fld id="{1B33827B-6DA4-4511-9490-97031F0A5EC7}" type="slidenum">
              <a:rPr kumimoji="1" lang="ja-JP" altLang="en-US" smtClean="0"/>
              <a:t>‹#›</a:t>
            </a:fld>
            <a:endParaRPr kumimoji="1" lang="ja-JP" altLang="en-US"/>
          </a:p>
        </p:txBody>
      </p:sp>
    </p:spTree>
    <p:extLst>
      <p:ext uri="{BB962C8B-B14F-4D97-AF65-F5344CB8AC3E}">
        <p14:creationId xmlns:p14="http://schemas.microsoft.com/office/powerpoint/2010/main" val="3327102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97A5C9A-88AF-4DD1-899F-CA657D9241CA}"/>
              </a:ext>
            </a:extLst>
          </p:cNvPr>
          <p:cNvSpPr>
            <a:spLocks noGrp="1"/>
          </p:cNvSpPr>
          <p:nvPr>
            <p:ph type="dt" sz="half" idx="10"/>
          </p:nvPr>
        </p:nvSpPr>
        <p:spPr/>
        <p:txBody>
          <a:bodyPr/>
          <a:lstStyle/>
          <a:p>
            <a:fld id="{71B8771A-394C-4DBB-91B2-8D8836373159}" type="datetimeFigureOut">
              <a:rPr kumimoji="1" lang="ja-JP" altLang="en-US" smtClean="0"/>
              <a:t>2020/5/18</a:t>
            </a:fld>
            <a:endParaRPr kumimoji="1" lang="ja-JP" altLang="en-US"/>
          </a:p>
        </p:txBody>
      </p:sp>
      <p:sp>
        <p:nvSpPr>
          <p:cNvPr id="3" name="フッター プレースホルダー 2">
            <a:extLst>
              <a:ext uri="{FF2B5EF4-FFF2-40B4-BE49-F238E27FC236}">
                <a16:creationId xmlns:a16="http://schemas.microsoft.com/office/drawing/2014/main" id="{99CB3A6B-50C9-40EB-9B0F-CD9A77340998}"/>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CF4FC83-4F40-48A5-B102-C5BC2B0A0F98}"/>
              </a:ext>
            </a:extLst>
          </p:cNvPr>
          <p:cNvSpPr>
            <a:spLocks noGrp="1"/>
          </p:cNvSpPr>
          <p:nvPr>
            <p:ph type="sldNum" sz="quarter" idx="12"/>
          </p:nvPr>
        </p:nvSpPr>
        <p:spPr/>
        <p:txBody>
          <a:bodyPr/>
          <a:lstStyle/>
          <a:p>
            <a:fld id="{1B33827B-6DA4-4511-9490-97031F0A5EC7}" type="slidenum">
              <a:rPr kumimoji="1" lang="ja-JP" altLang="en-US" smtClean="0"/>
              <a:t>‹#›</a:t>
            </a:fld>
            <a:endParaRPr kumimoji="1" lang="ja-JP" altLang="en-US"/>
          </a:p>
        </p:txBody>
      </p:sp>
    </p:spTree>
    <p:extLst>
      <p:ext uri="{BB962C8B-B14F-4D97-AF65-F5344CB8AC3E}">
        <p14:creationId xmlns:p14="http://schemas.microsoft.com/office/powerpoint/2010/main" val="2200713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377E1B-8061-4EB3-BE49-E9260E0E2B6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496130B-0ABF-4829-A354-8AAAD8D1CF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CB47C80-AD1F-47FB-824C-B70998FE3E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B439F0A-27D9-467C-BC06-C376883D2E09}"/>
              </a:ext>
            </a:extLst>
          </p:cNvPr>
          <p:cNvSpPr>
            <a:spLocks noGrp="1"/>
          </p:cNvSpPr>
          <p:nvPr>
            <p:ph type="dt" sz="half" idx="10"/>
          </p:nvPr>
        </p:nvSpPr>
        <p:spPr/>
        <p:txBody>
          <a:bodyPr/>
          <a:lstStyle/>
          <a:p>
            <a:fld id="{71B8771A-394C-4DBB-91B2-8D8836373159}" type="datetimeFigureOut">
              <a:rPr kumimoji="1" lang="ja-JP" altLang="en-US" smtClean="0"/>
              <a:t>2020/5/18</a:t>
            </a:fld>
            <a:endParaRPr kumimoji="1" lang="ja-JP" altLang="en-US"/>
          </a:p>
        </p:txBody>
      </p:sp>
      <p:sp>
        <p:nvSpPr>
          <p:cNvPr id="6" name="フッター プレースホルダー 5">
            <a:extLst>
              <a:ext uri="{FF2B5EF4-FFF2-40B4-BE49-F238E27FC236}">
                <a16:creationId xmlns:a16="http://schemas.microsoft.com/office/drawing/2014/main" id="{CDE40B7C-1C6F-47E3-8F53-832C9E44D91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14403D6-E142-4183-9481-76BBFED734E4}"/>
              </a:ext>
            </a:extLst>
          </p:cNvPr>
          <p:cNvSpPr>
            <a:spLocks noGrp="1"/>
          </p:cNvSpPr>
          <p:nvPr>
            <p:ph type="sldNum" sz="quarter" idx="12"/>
          </p:nvPr>
        </p:nvSpPr>
        <p:spPr/>
        <p:txBody>
          <a:bodyPr/>
          <a:lstStyle/>
          <a:p>
            <a:fld id="{1B33827B-6DA4-4511-9490-97031F0A5EC7}" type="slidenum">
              <a:rPr kumimoji="1" lang="ja-JP" altLang="en-US" smtClean="0"/>
              <a:t>‹#›</a:t>
            </a:fld>
            <a:endParaRPr kumimoji="1" lang="ja-JP" altLang="en-US"/>
          </a:p>
        </p:txBody>
      </p:sp>
    </p:spTree>
    <p:extLst>
      <p:ext uri="{BB962C8B-B14F-4D97-AF65-F5344CB8AC3E}">
        <p14:creationId xmlns:p14="http://schemas.microsoft.com/office/powerpoint/2010/main" val="698742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4FC9981-ED0F-4CAD-B175-F9F6997EE46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94107866-53A1-4E2C-911A-80945E2817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F34E75A0-7EC6-44B5-B89B-55DABF8DF1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26D22E6-9C35-437A-943D-340F132CB708}"/>
              </a:ext>
            </a:extLst>
          </p:cNvPr>
          <p:cNvSpPr>
            <a:spLocks noGrp="1"/>
          </p:cNvSpPr>
          <p:nvPr>
            <p:ph type="dt" sz="half" idx="10"/>
          </p:nvPr>
        </p:nvSpPr>
        <p:spPr/>
        <p:txBody>
          <a:bodyPr/>
          <a:lstStyle/>
          <a:p>
            <a:fld id="{71B8771A-394C-4DBB-91B2-8D8836373159}" type="datetimeFigureOut">
              <a:rPr kumimoji="1" lang="ja-JP" altLang="en-US" smtClean="0"/>
              <a:t>2020/5/18</a:t>
            </a:fld>
            <a:endParaRPr kumimoji="1" lang="ja-JP" altLang="en-US"/>
          </a:p>
        </p:txBody>
      </p:sp>
      <p:sp>
        <p:nvSpPr>
          <p:cNvPr id="6" name="フッター プレースホルダー 5">
            <a:extLst>
              <a:ext uri="{FF2B5EF4-FFF2-40B4-BE49-F238E27FC236}">
                <a16:creationId xmlns:a16="http://schemas.microsoft.com/office/drawing/2014/main" id="{92011001-C993-4146-835B-C9C2DE9DCEE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647BF5F-728A-4F78-A90E-509A610D1FBE}"/>
              </a:ext>
            </a:extLst>
          </p:cNvPr>
          <p:cNvSpPr>
            <a:spLocks noGrp="1"/>
          </p:cNvSpPr>
          <p:nvPr>
            <p:ph type="sldNum" sz="quarter" idx="12"/>
          </p:nvPr>
        </p:nvSpPr>
        <p:spPr/>
        <p:txBody>
          <a:bodyPr/>
          <a:lstStyle/>
          <a:p>
            <a:fld id="{1B33827B-6DA4-4511-9490-97031F0A5EC7}" type="slidenum">
              <a:rPr kumimoji="1" lang="ja-JP" altLang="en-US" smtClean="0"/>
              <a:t>‹#›</a:t>
            </a:fld>
            <a:endParaRPr kumimoji="1" lang="ja-JP" altLang="en-US"/>
          </a:p>
        </p:txBody>
      </p:sp>
    </p:spTree>
    <p:extLst>
      <p:ext uri="{BB962C8B-B14F-4D97-AF65-F5344CB8AC3E}">
        <p14:creationId xmlns:p14="http://schemas.microsoft.com/office/powerpoint/2010/main" val="1050385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0FC418F-EBD5-4BAA-8FAD-DC01A115466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FA39F46-375B-442F-AD53-0D27C91986C0}"/>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1E1153A-ACC2-4DCB-9248-88DB8E57B27D}"/>
              </a:ext>
            </a:extLst>
          </p:cNvPr>
          <p:cNvSpPr>
            <a:spLocks noGrp="1"/>
          </p:cNvSpPr>
          <p:nvPr>
            <p:ph type="dt" sz="half" idx="10"/>
          </p:nvPr>
        </p:nvSpPr>
        <p:spPr/>
        <p:txBody>
          <a:bodyPr/>
          <a:lstStyle/>
          <a:p>
            <a:fld id="{71B8771A-394C-4DBB-91B2-8D8836373159}" type="datetimeFigureOut">
              <a:rPr kumimoji="1" lang="ja-JP" altLang="en-US" smtClean="0"/>
              <a:t>2020/5/18</a:t>
            </a:fld>
            <a:endParaRPr kumimoji="1" lang="ja-JP" altLang="en-US"/>
          </a:p>
        </p:txBody>
      </p:sp>
      <p:sp>
        <p:nvSpPr>
          <p:cNvPr id="5" name="フッター プレースホルダー 4">
            <a:extLst>
              <a:ext uri="{FF2B5EF4-FFF2-40B4-BE49-F238E27FC236}">
                <a16:creationId xmlns:a16="http://schemas.microsoft.com/office/drawing/2014/main" id="{C57CD29D-5954-462D-88B8-284C918A63A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E687A46-C6B8-4B62-9B1D-39828339A67D}"/>
              </a:ext>
            </a:extLst>
          </p:cNvPr>
          <p:cNvSpPr>
            <a:spLocks noGrp="1"/>
          </p:cNvSpPr>
          <p:nvPr>
            <p:ph type="sldNum" sz="quarter" idx="12"/>
          </p:nvPr>
        </p:nvSpPr>
        <p:spPr/>
        <p:txBody>
          <a:bodyPr/>
          <a:lstStyle/>
          <a:p>
            <a:fld id="{1B33827B-6DA4-4511-9490-97031F0A5EC7}" type="slidenum">
              <a:rPr kumimoji="1" lang="ja-JP" altLang="en-US" smtClean="0"/>
              <a:t>‹#›</a:t>
            </a:fld>
            <a:endParaRPr kumimoji="1" lang="ja-JP" altLang="en-US"/>
          </a:p>
        </p:txBody>
      </p:sp>
    </p:spTree>
    <p:extLst>
      <p:ext uri="{BB962C8B-B14F-4D97-AF65-F5344CB8AC3E}">
        <p14:creationId xmlns:p14="http://schemas.microsoft.com/office/powerpoint/2010/main" val="820678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353D7B2F-DDEE-423D-A147-3DF2795E266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70CD8FE-0783-4672-8AA2-57ACBA4DBBFA}"/>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9F42759-E3B3-4ECB-A23E-518FBB0CF9DE}"/>
              </a:ext>
            </a:extLst>
          </p:cNvPr>
          <p:cNvSpPr>
            <a:spLocks noGrp="1"/>
          </p:cNvSpPr>
          <p:nvPr>
            <p:ph type="dt" sz="half" idx="10"/>
          </p:nvPr>
        </p:nvSpPr>
        <p:spPr/>
        <p:txBody>
          <a:bodyPr/>
          <a:lstStyle/>
          <a:p>
            <a:fld id="{71B8771A-394C-4DBB-91B2-8D8836373159}" type="datetimeFigureOut">
              <a:rPr kumimoji="1" lang="ja-JP" altLang="en-US" smtClean="0"/>
              <a:t>2020/5/18</a:t>
            </a:fld>
            <a:endParaRPr kumimoji="1" lang="ja-JP" altLang="en-US"/>
          </a:p>
        </p:txBody>
      </p:sp>
      <p:sp>
        <p:nvSpPr>
          <p:cNvPr id="5" name="フッター プレースホルダー 4">
            <a:extLst>
              <a:ext uri="{FF2B5EF4-FFF2-40B4-BE49-F238E27FC236}">
                <a16:creationId xmlns:a16="http://schemas.microsoft.com/office/drawing/2014/main" id="{A388C335-4404-419C-8A9A-9BC1661F4B2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DC3968C-F301-4CE6-BD00-F5FB490915D0}"/>
              </a:ext>
            </a:extLst>
          </p:cNvPr>
          <p:cNvSpPr>
            <a:spLocks noGrp="1"/>
          </p:cNvSpPr>
          <p:nvPr>
            <p:ph type="sldNum" sz="quarter" idx="12"/>
          </p:nvPr>
        </p:nvSpPr>
        <p:spPr/>
        <p:txBody>
          <a:bodyPr/>
          <a:lstStyle/>
          <a:p>
            <a:fld id="{1B33827B-6DA4-4511-9490-97031F0A5EC7}" type="slidenum">
              <a:rPr kumimoji="1" lang="ja-JP" altLang="en-US" smtClean="0"/>
              <a:t>‹#›</a:t>
            </a:fld>
            <a:endParaRPr kumimoji="1" lang="ja-JP" altLang="en-US"/>
          </a:p>
        </p:txBody>
      </p:sp>
    </p:spTree>
    <p:extLst>
      <p:ext uri="{BB962C8B-B14F-4D97-AF65-F5344CB8AC3E}">
        <p14:creationId xmlns:p14="http://schemas.microsoft.com/office/powerpoint/2010/main" val="8119995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E0A10846-E866-4973-8B32-EF37A3771E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2B203ED-C722-4431-8D07-79882D0D8D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709E012-2F54-47DC-AC47-9EFD7DB409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B8771A-394C-4DBB-91B2-8D8836373159}" type="datetimeFigureOut">
              <a:rPr kumimoji="1" lang="ja-JP" altLang="en-US" smtClean="0"/>
              <a:t>2020/5/18</a:t>
            </a:fld>
            <a:endParaRPr kumimoji="1" lang="ja-JP" altLang="en-US"/>
          </a:p>
        </p:txBody>
      </p:sp>
      <p:sp>
        <p:nvSpPr>
          <p:cNvPr id="5" name="フッター プレースホルダー 4">
            <a:extLst>
              <a:ext uri="{FF2B5EF4-FFF2-40B4-BE49-F238E27FC236}">
                <a16:creationId xmlns:a16="http://schemas.microsoft.com/office/drawing/2014/main" id="{598E7E1F-84A6-409F-9A8A-36843F70C4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903B7E68-CC97-46E5-8293-A8051EC4BF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33827B-6DA4-4511-9490-97031F0A5EC7}" type="slidenum">
              <a:rPr kumimoji="1" lang="ja-JP" altLang="en-US" smtClean="0"/>
              <a:t>‹#›</a:t>
            </a:fld>
            <a:endParaRPr kumimoji="1" lang="ja-JP" altLang="en-US"/>
          </a:p>
        </p:txBody>
      </p:sp>
    </p:spTree>
    <p:extLst>
      <p:ext uri="{BB962C8B-B14F-4D97-AF65-F5344CB8AC3E}">
        <p14:creationId xmlns:p14="http://schemas.microsoft.com/office/powerpoint/2010/main" val="274997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01A9D528-62AA-4DEC-96B4-8D2B96CEB4E5}"/>
              </a:ext>
            </a:extLst>
          </p:cNvPr>
          <p:cNvSpPr txBox="1"/>
          <p:nvPr/>
        </p:nvSpPr>
        <p:spPr>
          <a:xfrm>
            <a:off x="2290195" y="436227"/>
            <a:ext cx="3389152" cy="338554"/>
          </a:xfrm>
          <a:prstGeom prst="rect">
            <a:avLst/>
          </a:prstGeom>
          <a:noFill/>
        </p:spPr>
        <p:txBody>
          <a:bodyPr wrap="square" rtlCol="0">
            <a:spAutoFit/>
          </a:bodyPr>
          <a:lstStyle/>
          <a:p>
            <a:r>
              <a:rPr kumimoji="1" lang="en-US" altLang="ja-JP" sz="1600" dirty="0">
                <a:solidFill>
                  <a:schemeClr val="tx1">
                    <a:lumMod val="50000"/>
                    <a:lumOff val="50000"/>
                  </a:schemeClr>
                </a:solidFill>
              </a:rPr>
              <a:t>VIP</a:t>
            </a:r>
            <a:r>
              <a:rPr kumimoji="1" lang="ja-JP" altLang="en-US" sz="1600" dirty="0">
                <a:solidFill>
                  <a:schemeClr val="tx1">
                    <a:lumMod val="50000"/>
                    <a:lumOff val="50000"/>
                  </a:schemeClr>
                </a:solidFill>
              </a:rPr>
              <a:t>会員ログイン</a:t>
            </a:r>
            <a:r>
              <a:rPr kumimoji="1" lang="en-US" altLang="ja-JP" sz="1600" dirty="0">
                <a:solidFill>
                  <a:schemeClr val="tx1">
                    <a:lumMod val="50000"/>
                    <a:lumOff val="50000"/>
                  </a:schemeClr>
                </a:solidFill>
              </a:rPr>
              <a:t>/</a:t>
            </a:r>
            <a:r>
              <a:rPr kumimoji="1" lang="ja-JP" altLang="en-US" sz="1600" dirty="0">
                <a:solidFill>
                  <a:schemeClr val="tx1">
                    <a:lumMod val="50000"/>
                    <a:lumOff val="50000"/>
                  </a:schemeClr>
                </a:solidFill>
              </a:rPr>
              <a:t>新規登録</a:t>
            </a:r>
          </a:p>
        </p:txBody>
      </p:sp>
      <p:sp>
        <p:nvSpPr>
          <p:cNvPr id="5" name="正方形/長方形 4">
            <a:extLst>
              <a:ext uri="{FF2B5EF4-FFF2-40B4-BE49-F238E27FC236}">
                <a16:creationId xmlns:a16="http://schemas.microsoft.com/office/drawing/2014/main" id="{FA39E4DF-DB15-451E-BEAC-CFEF452AACCB}"/>
              </a:ext>
            </a:extLst>
          </p:cNvPr>
          <p:cNvSpPr/>
          <p:nvPr/>
        </p:nvSpPr>
        <p:spPr>
          <a:xfrm>
            <a:off x="2323749" y="989900"/>
            <a:ext cx="5117285" cy="436227"/>
          </a:xfrm>
          <a:prstGeom prst="rect">
            <a:avLst/>
          </a:prstGeom>
          <a:ln>
            <a:solidFill>
              <a:schemeClr val="bg1">
                <a:lumMod val="85000"/>
              </a:schemeClr>
            </a:solidFill>
          </a:ln>
        </p:spPr>
        <p:style>
          <a:lnRef idx="2">
            <a:schemeClr val="dk1"/>
          </a:lnRef>
          <a:fillRef idx="1">
            <a:schemeClr val="lt1"/>
          </a:fillRef>
          <a:effectRef idx="0">
            <a:schemeClr val="dk1"/>
          </a:effectRef>
          <a:fontRef idx="minor">
            <a:schemeClr val="dk1"/>
          </a:fontRef>
        </p:style>
        <p:txBody>
          <a:bodyPr rtlCol="0" anchor="ctr"/>
          <a:lstStyle/>
          <a:p>
            <a:r>
              <a:rPr kumimoji="1" lang="ja-JP" altLang="en-US" sz="1400" dirty="0">
                <a:solidFill>
                  <a:schemeClr val="bg1">
                    <a:lumMod val="85000"/>
                  </a:schemeClr>
                </a:solidFill>
              </a:rPr>
              <a:t>メールアドレス</a:t>
            </a:r>
          </a:p>
        </p:txBody>
      </p:sp>
      <p:sp>
        <p:nvSpPr>
          <p:cNvPr id="9" name="正方形/長方形 8">
            <a:extLst>
              <a:ext uri="{FF2B5EF4-FFF2-40B4-BE49-F238E27FC236}">
                <a16:creationId xmlns:a16="http://schemas.microsoft.com/office/drawing/2014/main" id="{FD9A04F9-452F-44F2-B601-00F69FC9C35F}"/>
              </a:ext>
            </a:extLst>
          </p:cNvPr>
          <p:cNvSpPr/>
          <p:nvPr/>
        </p:nvSpPr>
        <p:spPr>
          <a:xfrm>
            <a:off x="2332140" y="1636024"/>
            <a:ext cx="5117285" cy="436227"/>
          </a:xfrm>
          <a:prstGeom prst="rect">
            <a:avLst/>
          </a:prstGeom>
          <a:ln>
            <a:solidFill>
              <a:schemeClr val="bg1">
                <a:lumMod val="85000"/>
              </a:schemeClr>
            </a:solidFill>
          </a:ln>
        </p:spPr>
        <p:style>
          <a:lnRef idx="2">
            <a:schemeClr val="dk1"/>
          </a:lnRef>
          <a:fillRef idx="1">
            <a:schemeClr val="lt1"/>
          </a:fillRef>
          <a:effectRef idx="0">
            <a:schemeClr val="dk1"/>
          </a:effectRef>
          <a:fontRef idx="minor">
            <a:schemeClr val="dk1"/>
          </a:fontRef>
        </p:style>
        <p:txBody>
          <a:bodyPr rtlCol="0" anchor="ctr"/>
          <a:lstStyle/>
          <a:p>
            <a:r>
              <a:rPr kumimoji="1" lang="ja-JP" altLang="en-US" sz="1400" dirty="0">
                <a:solidFill>
                  <a:schemeClr val="bg1">
                    <a:lumMod val="85000"/>
                  </a:schemeClr>
                </a:solidFill>
              </a:rPr>
              <a:t>パスワード</a:t>
            </a:r>
          </a:p>
        </p:txBody>
      </p:sp>
      <p:sp>
        <p:nvSpPr>
          <p:cNvPr id="12" name="テキスト ボックス 11">
            <a:extLst>
              <a:ext uri="{FF2B5EF4-FFF2-40B4-BE49-F238E27FC236}">
                <a16:creationId xmlns:a16="http://schemas.microsoft.com/office/drawing/2014/main" id="{6A76FF0C-3416-4A81-86AA-663C16AE6508}"/>
              </a:ext>
            </a:extLst>
          </p:cNvPr>
          <p:cNvSpPr txBox="1"/>
          <p:nvPr/>
        </p:nvSpPr>
        <p:spPr>
          <a:xfrm>
            <a:off x="2030133" y="3741489"/>
            <a:ext cx="5905851" cy="2277547"/>
          </a:xfrm>
          <a:prstGeom prst="rect">
            <a:avLst/>
          </a:prstGeom>
          <a:noFill/>
        </p:spPr>
        <p:txBody>
          <a:bodyPr wrap="square" rtlCol="0">
            <a:spAutoFit/>
          </a:bodyPr>
          <a:lstStyle/>
          <a:p>
            <a:r>
              <a:rPr kumimoji="1" lang="en-US" altLang="ja-JP" sz="1400" dirty="0"/>
              <a:t>※</a:t>
            </a:r>
            <a:r>
              <a:rPr kumimoji="1" lang="ja-JP" altLang="en-US" sz="1400" dirty="0"/>
              <a:t>この</a:t>
            </a:r>
            <a:r>
              <a:rPr lang="ja-JP" altLang="en-US" sz="1400" dirty="0"/>
              <a:t>サービスのご利用</a:t>
            </a:r>
            <a:r>
              <a:rPr kumimoji="1" lang="ja-JP" altLang="en-US" sz="1400" dirty="0"/>
              <a:t>には、会員登録または</a:t>
            </a:r>
            <a:r>
              <a:rPr kumimoji="1" lang="en-US" altLang="ja-JP" sz="1400" dirty="0"/>
              <a:t>VIP</a:t>
            </a:r>
            <a:r>
              <a:rPr kumimoji="1" lang="ja-JP" altLang="en-US" sz="1400" dirty="0"/>
              <a:t>会員登録が必要です</a:t>
            </a:r>
            <a:r>
              <a:rPr kumimoji="1" lang="ja-JP" altLang="en-US" dirty="0"/>
              <a:t>。</a:t>
            </a:r>
            <a:endParaRPr kumimoji="1" lang="en-US" altLang="ja-JP" dirty="0"/>
          </a:p>
          <a:p>
            <a:r>
              <a:rPr lang="en-US" altLang="ja-JP" sz="1400" dirty="0"/>
              <a:t>VIP</a:t>
            </a:r>
            <a:r>
              <a:rPr lang="ja-JP" altLang="en-US" sz="1400" dirty="0"/>
              <a:t>会員入会金は</a:t>
            </a:r>
            <a:r>
              <a:rPr lang="en-US" altLang="ja-JP" sz="1400" dirty="0"/>
              <a:t>1,528</a:t>
            </a:r>
            <a:r>
              <a:rPr lang="ja-JP" altLang="en-US" sz="1400" dirty="0"/>
              <a:t>円（税込）となります。</a:t>
            </a:r>
            <a:endParaRPr lang="en-US" altLang="ja-JP" sz="1400" dirty="0"/>
          </a:p>
          <a:p>
            <a:endParaRPr kumimoji="1" lang="en-US" altLang="ja-JP" sz="1400" dirty="0"/>
          </a:p>
          <a:p>
            <a:r>
              <a:rPr lang="en-US" altLang="ja-JP" sz="1200" dirty="0"/>
              <a:t>※VIP</a:t>
            </a:r>
            <a:r>
              <a:rPr lang="ja-JP" altLang="en-US" sz="1200" dirty="0"/>
              <a:t>会員（愛用者）とは自家使用を目的としてのみ当社商品を購入することができます。よって、小売目的での購入や新規会員紹介活動を行うなどのビジネス活動は一切行うことができません。また、ボーナス受給資格はありません。累積</a:t>
            </a:r>
            <a:r>
              <a:rPr lang="en-US" altLang="ja-JP" sz="1200" dirty="0"/>
              <a:t>29</a:t>
            </a:r>
            <a:r>
              <a:rPr lang="ja-JP" altLang="en-US" sz="1200" dirty="0"/>
              <a:t>本以下の購入会員は申請書の提出により、代理商会員への移行が可能です。</a:t>
            </a:r>
            <a:endParaRPr lang="en-US" altLang="ja-JP" sz="1200" dirty="0"/>
          </a:p>
          <a:p>
            <a:r>
              <a:rPr lang="en-US" altLang="zh-CN" sz="1200" dirty="0"/>
              <a:t>※VIP</a:t>
            </a:r>
            <a:r>
              <a:rPr lang="zh-CN" altLang="en-US" sz="1200" dirty="0"/>
              <a:t>会員価額   </a:t>
            </a:r>
            <a:r>
              <a:rPr lang="ja-JP" altLang="en-US" sz="1200" dirty="0"/>
              <a:t>　</a:t>
            </a:r>
            <a:r>
              <a:rPr lang="en-US" altLang="zh-CN" sz="1200" dirty="0"/>
              <a:t>1-10</a:t>
            </a:r>
            <a:r>
              <a:rPr lang="zh-CN" altLang="en-US" sz="1200" dirty="0"/>
              <a:t>本</a:t>
            </a:r>
            <a:r>
              <a:rPr lang="en-US" altLang="zh-CN" sz="1200" dirty="0"/>
              <a:t>:25,607(</a:t>
            </a:r>
            <a:r>
              <a:rPr lang="zh-CN" altLang="en-US" sz="1200" dirty="0"/>
              <a:t>税込</a:t>
            </a:r>
            <a:r>
              <a:rPr lang="en-US" altLang="zh-CN" sz="1200" dirty="0"/>
              <a:t>)</a:t>
            </a:r>
          </a:p>
          <a:p>
            <a:r>
              <a:rPr lang="en-US" altLang="zh-CN" sz="1200" dirty="0"/>
              <a:t>                            11-30</a:t>
            </a:r>
            <a:r>
              <a:rPr lang="zh-CN" altLang="en-US" sz="1200" dirty="0"/>
              <a:t>本</a:t>
            </a:r>
            <a:r>
              <a:rPr lang="en-US" altLang="zh-CN" sz="1200" dirty="0"/>
              <a:t>:21,323(</a:t>
            </a:r>
            <a:r>
              <a:rPr lang="zh-CN" altLang="en-US" sz="1200" dirty="0"/>
              <a:t>税込</a:t>
            </a:r>
            <a:r>
              <a:rPr lang="en-US" altLang="zh-CN" sz="1200" dirty="0"/>
              <a:t>)</a:t>
            </a:r>
          </a:p>
          <a:p>
            <a:r>
              <a:rPr lang="zh-CN" altLang="en-US" sz="1200" dirty="0"/>
              <a:t>　　　　　　     </a:t>
            </a:r>
            <a:r>
              <a:rPr lang="en-US" altLang="zh-CN" sz="1200" dirty="0"/>
              <a:t>31</a:t>
            </a:r>
            <a:r>
              <a:rPr lang="zh-CN" altLang="en-US" sz="1200" dirty="0"/>
              <a:t>本以上</a:t>
            </a:r>
            <a:r>
              <a:rPr lang="en-US" altLang="zh-CN" sz="1200" dirty="0"/>
              <a:t>:20,273(</a:t>
            </a:r>
            <a:r>
              <a:rPr lang="zh-CN" altLang="en-US" sz="1200" dirty="0"/>
              <a:t>税込</a:t>
            </a:r>
            <a:r>
              <a:rPr lang="en-US" altLang="zh-CN" sz="1200" dirty="0"/>
              <a:t>)</a:t>
            </a:r>
            <a:endParaRPr lang="en-US" altLang="ja-JP" sz="1200" dirty="0"/>
          </a:p>
          <a:p>
            <a:endParaRPr kumimoji="1" lang="ja-JP" altLang="en-US" sz="1200" dirty="0"/>
          </a:p>
        </p:txBody>
      </p:sp>
      <p:sp>
        <p:nvSpPr>
          <p:cNvPr id="2" name="正方形/長方形 1">
            <a:extLst>
              <a:ext uri="{FF2B5EF4-FFF2-40B4-BE49-F238E27FC236}">
                <a16:creationId xmlns:a16="http://schemas.microsoft.com/office/drawing/2014/main" id="{88EDD789-8347-401A-912D-38227744B344}"/>
              </a:ext>
            </a:extLst>
          </p:cNvPr>
          <p:cNvSpPr/>
          <p:nvPr/>
        </p:nvSpPr>
        <p:spPr>
          <a:xfrm>
            <a:off x="2323749" y="2315361"/>
            <a:ext cx="5117285" cy="511728"/>
          </a:xfrm>
          <a:prstGeom prst="rect">
            <a:avLst/>
          </a:prstGeom>
          <a:solidFill>
            <a:schemeClr val="accent5">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en-US" altLang="ja-JP" dirty="0"/>
              <a:t>VIP</a:t>
            </a:r>
            <a:r>
              <a:rPr kumimoji="1" lang="ja-JP" altLang="en-US" dirty="0"/>
              <a:t>会員ログイン</a:t>
            </a:r>
          </a:p>
        </p:txBody>
      </p:sp>
      <p:sp>
        <p:nvSpPr>
          <p:cNvPr id="3" name="テキスト ボックス 2">
            <a:extLst>
              <a:ext uri="{FF2B5EF4-FFF2-40B4-BE49-F238E27FC236}">
                <a16:creationId xmlns:a16="http://schemas.microsoft.com/office/drawing/2014/main" id="{30F110D3-B576-4BBA-9A66-82E052BB98BE}"/>
              </a:ext>
            </a:extLst>
          </p:cNvPr>
          <p:cNvSpPr txBox="1"/>
          <p:nvPr/>
        </p:nvSpPr>
        <p:spPr>
          <a:xfrm>
            <a:off x="3481431" y="2993290"/>
            <a:ext cx="3665989" cy="307777"/>
          </a:xfrm>
          <a:prstGeom prst="rect">
            <a:avLst/>
          </a:prstGeom>
          <a:noFill/>
        </p:spPr>
        <p:txBody>
          <a:bodyPr wrap="square" rtlCol="0">
            <a:spAutoFit/>
          </a:bodyPr>
          <a:lstStyle/>
          <a:p>
            <a:r>
              <a:rPr kumimoji="1" lang="ja-JP" altLang="en-US" sz="1400" dirty="0">
                <a:solidFill>
                  <a:schemeClr val="accent5">
                    <a:lumMod val="75000"/>
                  </a:schemeClr>
                </a:solidFill>
              </a:rPr>
              <a:t>パスワードをお忘れ</a:t>
            </a:r>
            <a:r>
              <a:rPr lang="ja-JP" altLang="en-US" sz="1400" dirty="0">
                <a:solidFill>
                  <a:schemeClr val="accent5">
                    <a:lumMod val="75000"/>
                  </a:schemeClr>
                </a:solidFill>
              </a:rPr>
              <a:t>の方はこちら</a:t>
            </a:r>
            <a:endParaRPr kumimoji="1" lang="ja-JP" altLang="en-US" sz="1400" dirty="0">
              <a:solidFill>
                <a:schemeClr val="accent5">
                  <a:lumMod val="75000"/>
                </a:schemeClr>
              </a:solidFill>
            </a:endParaRPr>
          </a:p>
        </p:txBody>
      </p:sp>
      <p:sp>
        <p:nvSpPr>
          <p:cNvPr id="13" name="テキスト ボックス 12">
            <a:extLst>
              <a:ext uri="{FF2B5EF4-FFF2-40B4-BE49-F238E27FC236}">
                <a16:creationId xmlns:a16="http://schemas.microsoft.com/office/drawing/2014/main" id="{9A8E74BF-448E-4705-9A22-8C8D8BB6E3F3}"/>
              </a:ext>
            </a:extLst>
          </p:cNvPr>
          <p:cNvSpPr txBox="1"/>
          <p:nvPr/>
        </p:nvSpPr>
        <p:spPr>
          <a:xfrm>
            <a:off x="4346896" y="3397758"/>
            <a:ext cx="1173061" cy="307777"/>
          </a:xfrm>
          <a:prstGeom prst="rect">
            <a:avLst/>
          </a:prstGeom>
          <a:noFill/>
        </p:spPr>
        <p:txBody>
          <a:bodyPr wrap="square" rtlCol="0">
            <a:spAutoFit/>
          </a:bodyPr>
          <a:lstStyle/>
          <a:p>
            <a:r>
              <a:rPr lang="ja-JP" altLang="en-US" sz="1400" dirty="0"/>
              <a:t>初めての方</a:t>
            </a:r>
            <a:endParaRPr kumimoji="1" lang="ja-JP" altLang="en-US" sz="1400" dirty="0"/>
          </a:p>
        </p:txBody>
      </p:sp>
      <p:sp>
        <p:nvSpPr>
          <p:cNvPr id="15" name="正方形/長方形 14">
            <a:extLst>
              <a:ext uri="{FF2B5EF4-FFF2-40B4-BE49-F238E27FC236}">
                <a16:creationId xmlns:a16="http://schemas.microsoft.com/office/drawing/2014/main" id="{07F7B90B-01C1-4B40-96D6-D10A6B0D8E7E}"/>
              </a:ext>
            </a:extLst>
          </p:cNvPr>
          <p:cNvSpPr/>
          <p:nvPr/>
        </p:nvSpPr>
        <p:spPr>
          <a:xfrm>
            <a:off x="2374783" y="6169886"/>
            <a:ext cx="5117285" cy="511728"/>
          </a:xfrm>
          <a:prstGeom prst="rect">
            <a:avLst/>
          </a:prstGeom>
          <a:solidFill>
            <a:schemeClr val="accent5">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ja-JP" altLang="en-US" dirty="0"/>
              <a:t>新規</a:t>
            </a:r>
            <a:r>
              <a:rPr lang="en-US" altLang="ja-JP" dirty="0"/>
              <a:t>VIP</a:t>
            </a:r>
            <a:r>
              <a:rPr lang="ja-JP" altLang="en-US" dirty="0"/>
              <a:t>会員登録</a:t>
            </a:r>
            <a:endParaRPr kumimoji="1" lang="ja-JP" altLang="en-US" dirty="0"/>
          </a:p>
        </p:txBody>
      </p:sp>
      <p:cxnSp>
        <p:nvCxnSpPr>
          <p:cNvPr id="8" name="直線矢印コネクタ 7">
            <a:extLst>
              <a:ext uri="{FF2B5EF4-FFF2-40B4-BE49-F238E27FC236}">
                <a16:creationId xmlns:a16="http://schemas.microsoft.com/office/drawing/2014/main" id="{5342B3F6-8856-40CF-8CAB-75AFE129AA12}"/>
              </a:ext>
            </a:extLst>
          </p:cNvPr>
          <p:cNvCxnSpPr>
            <a:cxnSpLocks/>
          </p:cNvCxnSpPr>
          <p:nvPr/>
        </p:nvCxnSpPr>
        <p:spPr>
          <a:xfrm flipV="1">
            <a:off x="6358855" y="2571225"/>
            <a:ext cx="1627463" cy="5241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5BE6ED73-89F5-43AA-9654-F6C72DDF7550}"/>
              </a:ext>
            </a:extLst>
          </p:cNvPr>
          <p:cNvSpPr txBox="1"/>
          <p:nvPr/>
        </p:nvSpPr>
        <p:spPr>
          <a:xfrm>
            <a:off x="7994709" y="2012005"/>
            <a:ext cx="4035104" cy="923330"/>
          </a:xfrm>
          <a:prstGeom prst="rect">
            <a:avLst/>
          </a:prstGeom>
          <a:noFill/>
        </p:spPr>
        <p:txBody>
          <a:bodyPr wrap="square" rtlCol="0">
            <a:spAutoFit/>
          </a:bodyPr>
          <a:lstStyle/>
          <a:p>
            <a:r>
              <a:rPr kumimoji="1" lang="ja-JP" altLang="en-US" dirty="0"/>
              <a:t>登録のメールアドレスに送信、パスワードを新たに設定できるようにする。</a:t>
            </a:r>
          </a:p>
        </p:txBody>
      </p:sp>
      <p:cxnSp>
        <p:nvCxnSpPr>
          <p:cNvPr id="18" name="直線矢印コネクタ 17">
            <a:extLst>
              <a:ext uri="{FF2B5EF4-FFF2-40B4-BE49-F238E27FC236}">
                <a16:creationId xmlns:a16="http://schemas.microsoft.com/office/drawing/2014/main" id="{8F4E1BD2-DF7A-431F-86FF-ACAE716708F6}"/>
              </a:ext>
            </a:extLst>
          </p:cNvPr>
          <p:cNvCxnSpPr>
            <a:cxnSpLocks/>
          </p:cNvCxnSpPr>
          <p:nvPr/>
        </p:nvCxnSpPr>
        <p:spPr>
          <a:xfrm flipV="1">
            <a:off x="6720981" y="6086709"/>
            <a:ext cx="1307284" cy="3727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81F7A8F8-5313-4292-903E-89DF4AE77E9C}"/>
              </a:ext>
            </a:extLst>
          </p:cNvPr>
          <p:cNvSpPr txBox="1"/>
          <p:nvPr/>
        </p:nvSpPr>
        <p:spPr>
          <a:xfrm>
            <a:off x="8028265" y="5259129"/>
            <a:ext cx="3204594" cy="923330"/>
          </a:xfrm>
          <a:prstGeom prst="rect">
            <a:avLst/>
          </a:prstGeom>
          <a:noFill/>
        </p:spPr>
        <p:txBody>
          <a:bodyPr wrap="square" rtlCol="0">
            <a:spAutoFit/>
          </a:bodyPr>
          <a:lstStyle/>
          <a:p>
            <a:r>
              <a:rPr kumimoji="1" lang="ja-JP" altLang="en-US" dirty="0"/>
              <a:t>法定広告記載事項と個人情報保護方針表示させ、同意の上登録フォームへ進む</a:t>
            </a:r>
          </a:p>
        </p:txBody>
      </p:sp>
    </p:spTree>
    <p:extLst>
      <p:ext uri="{BB962C8B-B14F-4D97-AF65-F5344CB8AC3E}">
        <p14:creationId xmlns:p14="http://schemas.microsoft.com/office/powerpoint/2010/main" val="758406698"/>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239</TotalTime>
  <Words>209</Words>
  <Application>Microsoft Office PowerPoint</Application>
  <PresentationFormat>ワイド画面</PresentationFormat>
  <Paragraphs>16</Paragraphs>
  <Slides>1</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vt:i4>
      </vt:variant>
    </vt:vector>
  </HeadingPairs>
  <TitlesOfParts>
    <vt:vector size="5" baseType="lpstr">
      <vt:lpstr>游ゴシック</vt:lpstr>
      <vt:lpstr>游ゴシック Light</vt:lpstr>
      <vt:lpstr>Arial</vt:lpstr>
      <vt:lpstr>Office テーマ</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hiiragi</dc:creator>
  <cp:lastModifiedBy>hiiragi</cp:lastModifiedBy>
  <cp:revision>11</cp:revision>
  <cp:lastPrinted>2020-05-18T01:32:38Z</cp:lastPrinted>
  <dcterms:created xsi:type="dcterms:W3CDTF">2020-04-17T01:08:23Z</dcterms:created>
  <dcterms:modified xsi:type="dcterms:W3CDTF">2020-05-18T04:38:47Z</dcterms:modified>
</cp:coreProperties>
</file>
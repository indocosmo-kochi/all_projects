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3" r:id="rId7"/>
    <p:sldMasterId id="2147483685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y="5143500" cx="9144000"/>
  <p:notesSz cx="6858000" cy="9144000"/>
  <p:embeddedFontLst>
    <p:embeddedFont>
      <p:font typeface="Arial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6" roundtripDataSignature="AMtx7mhYgaSQw6ksOEe2T1TpYnLla8Bg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A8AE56-EEFD-4403-8751-B0C793F32BB5}">
  <a:tblStyle styleId="{3BA8AE56-EEFD-4403-8751-B0C793F32BB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829C848-804E-40DF-9DC1-3F51558F0CD4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94D6555D-DBA9-4041-95C4-C15AC7A14155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customschemas.google.com/relationships/presentationmetadata" Target="metadata"/><Relationship Id="rId25" Type="http://schemas.openxmlformats.org/officeDocument/2006/relationships/font" Target="fonts/ArialBlack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4" name="Google Shape;5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5" name="Google Shape;58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3" name="Google Shape;64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9" name="Google Shape;6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4" name="Google Shape;65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0:notes"/>
          <p:cNvSpPr txBox="1"/>
          <p:nvPr>
            <p:ph idx="12" type="sldNum"/>
          </p:nvPr>
        </p:nvSpPr>
        <p:spPr>
          <a:xfrm>
            <a:off x="3884088" y="8685103"/>
            <a:ext cx="2972472" cy="45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5" lIns="80150" spcFirstLastPara="1" rIns="80150" wrap="square" tIns="4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0:notes"/>
          <p:cNvSpPr/>
          <p:nvPr>
            <p:ph idx="2" type="sldImg"/>
          </p:nvPr>
        </p:nvSpPr>
        <p:spPr>
          <a:xfrm>
            <a:off x="382588" y="695325"/>
            <a:ext cx="6092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1" name="Google Shape;661;p10:notes"/>
          <p:cNvSpPr txBox="1"/>
          <p:nvPr>
            <p:ph idx="1" type="body"/>
          </p:nvPr>
        </p:nvSpPr>
        <p:spPr>
          <a:xfrm>
            <a:off x="685512" y="4343230"/>
            <a:ext cx="5486976" cy="4115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1:notes"/>
          <p:cNvSpPr txBox="1"/>
          <p:nvPr>
            <p:ph idx="12" type="sldNum"/>
          </p:nvPr>
        </p:nvSpPr>
        <p:spPr>
          <a:xfrm>
            <a:off x="3884088" y="8685103"/>
            <a:ext cx="2972472" cy="45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5" lIns="80150" spcFirstLastPara="1" rIns="80150" wrap="square" tIns="4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1:notes"/>
          <p:cNvSpPr/>
          <p:nvPr>
            <p:ph idx="2" type="sldImg"/>
          </p:nvPr>
        </p:nvSpPr>
        <p:spPr>
          <a:xfrm>
            <a:off x="382588" y="695325"/>
            <a:ext cx="6092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0" name="Google Shape;670;p11:notes"/>
          <p:cNvSpPr txBox="1"/>
          <p:nvPr>
            <p:ph idx="1" type="body"/>
          </p:nvPr>
        </p:nvSpPr>
        <p:spPr>
          <a:xfrm>
            <a:off x="685512" y="4343230"/>
            <a:ext cx="5486976" cy="4115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2:notes"/>
          <p:cNvSpPr txBox="1"/>
          <p:nvPr>
            <p:ph idx="12" type="sldNum"/>
          </p:nvPr>
        </p:nvSpPr>
        <p:spPr>
          <a:xfrm>
            <a:off x="3884088" y="8685103"/>
            <a:ext cx="2972472" cy="45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5" lIns="80150" spcFirstLastPara="1" rIns="80150" wrap="square" tIns="4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2:notes"/>
          <p:cNvSpPr/>
          <p:nvPr>
            <p:ph idx="2" type="sldImg"/>
          </p:nvPr>
        </p:nvSpPr>
        <p:spPr>
          <a:xfrm>
            <a:off x="382588" y="695325"/>
            <a:ext cx="6092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8" name="Google Shape;678;p12:notes"/>
          <p:cNvSpPr txBox="1"/>
          <p:nvPr>
            <p:ph idx="1" type="body"/>
          </p:nvPr>
        </p:nvSpPr>
        <p:spPr>
          <a:xfrm>
            <a:off x="685512" y="4343230"/>
            <a:ext cx="5486976" cy="4115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3:notes"/>
          <p:cNvSpPr txBox="1"/>
          <p:nvPr>
            <p:ph idx="12" type="sldNum"/>
          </p:nvPr>
        </p:nvSpPr>
        <p:spPr>
          <a:xfrm>
            <a:off x="3884088" y="8685103"/>
            <a:ext cx="2972472" cy="45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5" lIns="80150" spcFirstLastPara="1" rIns="80150" wrap="square" tIns="4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3:notes"/>
          <p:cNvSpPr/>
          <p:nvPr>
            <p:ph idx="2" type="sldImg"/>
          </p:nvPr>
        </p:nvSpPr>
        <p:spPr>
          <a:xfrm>
            <a:off x="382588" y="695325"/>
            <a:ext cx="6092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88" name="Google Shape;688;p13:notes"/>
          <p:cNvSpPr txBox="1"/>
          <p:nvPr>
            <p:ph idx="1" type="body"/>
          </p:nvPr>
        </p:nvSpPr>
        <p:spPr>
          <a:xfrm>
            <a:off x="685512" y="4343230"/>
            <a:ext cx="5486976" cy="4115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4:notes"/>
          <p:cNvSpPr txBox="1"/>
          <p:nvPr>
            <p:ph idx="12" type="sldNum"/>
          </p:nvPr>
        </p:nvSpPr>
        <p:spPr>
          <a:xfrm>
            <a:off x="3884088" y="8685103"/>
            <a:ext cx="2972472" cy="457539"/>
          </a:xfrm>
          <a:prstGeom prst="rect">
            <a:avLst/>
          </a:prstGeom>
          <a:noFill/>
          <a:ln>
            <a:noFill/>
          </a:ln>
        </p:spPr>
        <p:txBody>
          <a:bodyPr anchorCtr="0" anchor="t" bIns="40075" lIns="80150" spcFirstLastPara="1" rIns="80150" wrap="square" tIns="40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4:notes"/>
          <p:cNvSpPr/>
          <p:nvPr>
            <p:ph idx="2" type="sldImg"/>
          </p:nvPr>
        </p:nvSpPr>
        <p:spPr>
          <a:xfrm>
            <a:off x="382588" y="695325"/>
            <a:ext cx="6092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96" name="Google Shape;696;p14:notes"/>
          <p:cNvSpPr txBox="1"/>
          <p:nvPr>
            <p:ph idx="1" type="body"/>
          </p:nvPr>
        </p:nvSpPr>
        <p:spPr>
          <a:xfrm>
            <a:off x="685512" y="4343230"/>
            <a:ext cx="5486976" cy="4115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adb88e79ef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gadb88e79e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B8C8E"/>
              </a:buClr>
              <a:buSzPts val="1800"/>
              <a:buNone/>
              <a:defRPr sz="1800">
                <a:solidFill>
                  <a:srgbClr val="8B8C8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500"/>
              <a:buNone/>
              <a:defRPr sz="1500">
                <a:solidFill>
                  <a:srgbClr val="8B8C8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400"/>
              <a:buNone/>
              <a:defRPr sz="1400">
                <a:solidFill>
                  <a:srgbClr val="8B8C8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9pPr>
          </a:lstStyle>
          <a:p/>
        </p:txBody>
      </p:sp>
      <p:sp>
        <p:nvSpPr>
          <p:cNvPr id="26" name="Google Shape;26;p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4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4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4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45"/>
          <p:cNvSpPr txBox="1"/>
          <p:nvPr>
            <p:ph idx="2" type="body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4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4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4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4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4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4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4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49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49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5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1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5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456481" y="204474"/>
            <a:ext cx="8226720" cy="85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0" type="dt"/>
          </p:nvPr>
        </p:nvSpPr>
        <p:spPr>
          <a:xfrm>
            <a:off x="456481" y="4685596"/>
            <a:ext cx="2128320" cy="352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1" type="ftr"/>
          </p:nvPr>
        </p:nvSpPr>
        <p:spPr>
          <a:xfrm>
            <a:off x="3127680" y="4685596"/>
            <a:ext cx="2897280" cy="352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6556321" y="4685596"/>
            <a:ext cx="2128320" cy="352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32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0" name="Google Shape;100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9" name="Google Shape;119;p35"/>
          <p:cNvSpPr txBox="1"/>
          <p:nvPr>
            <p:ph idx="2" type="body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0" name="Google Shape;120;p3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1" name="Google Shape;121;p3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7" name="Google Shape;137;p3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8" name="Google Shape;138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9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39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5" name="Google Shape;145;p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40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1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41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9" name="Google Shape;169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5" name="Google Shape;175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4" name="Google Shape;194;p25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5" name="Google Shape;195;p25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6" name="Google Shape;196;p25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212" name="Google Shape;212;p2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13" name="Google Shape;213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29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2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20" name="Google Shape;220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5" name="Google Shape;225;p3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6" name="Google Shape;226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7" name="Google Shape;227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1" name="Google Shape;231;p31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2" name="Google Shape;232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4" name="Google Shape;234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1" name="Google Shape;241;p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2" name="Google Shape;24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5" name="Google Shape;24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8" name="Google Shape;248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9" name="Google Shape;249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" name="Google Shape;252;p5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3" name="Google Shape;253;p5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7" name="Google Shape;25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0" name="Google Shape;260;p5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1" name="Google Shape;26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4" name="Google Shape;264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8" name="Google Shape;268;p6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9" name="Google Shape;269;p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0" name="Google Shape;270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73" name="Google Shape;27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6" name="Google Shape;276;p6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7" name="Google Shape;277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"/>
          <p:cNvSpPr/>
          <p:nvPr/>
        </p:nvSpPr>
        <p:spPr>
          <a:xfrm>
            <a:off x="9541" y="1070082"/>
            <a:ext cx="9141616" cy="4070747"/>
          </a:xfrm>
          <a:custGeom>
            <a:rect b="b" l="l" r="r" t="t"/>
            <a:pathLst>
              <a:path extrusionOk="0" h="2825" w="6400">
                <a:moveTo>
                  <a:pt x="0" y="2825"/>
                </a:moveTo>
                <a:cubicBezTo>
                  <a:pt x="6400" y="2825"/>
                  <a:pt x="6400" y="2825"/>
                  <a:pt x="6400" y="2825"/>
                </a:cubicBezTo>
                <a:cubicBezTo>
                  <a:pt x="6400" y="1297"/>
                  <a:pt x="6400" y="1297"/>
                  <a:pt x="6400" y="1297"/>
                </a:cubicBezTo>
                <a:cubicBezTo>
                  <a:pt x="6212" y="1344"/>
                  <a:pt x="6056" y="1475"/>
                  <a:pt x="5970" y="1649"/>
                </a:cubicBezTo>
                <a:cubicBezTo>
                  <a:pt x="5924" y="1627"/>
                  <a:pt x="5873" y="1614"/>
                  <a:pt x="5818" y="1614"/>
                </a:cubicBezTo>
                <a:cubicBezTo>
                  <a:pt x="5636" y="1614"/>
                  <a:pt x="5487" y="1752"/>
                  <a:pt x="5476" y="1926"/>
                </a:cubicBezTo>
                <a:cubicBezTo>
                  <a:pt x="5466" y="1925"/>
                  <a:pt x="5456" y="1924"/>
                  <a:pt x="5446" y="1924"/>
                </a:cubicBezTo>
                <a:cubicBezTo>
                  <a:pt x="5408" y="1924"/>
                  <a:pt x="5372" y="1932"/>
                  <a:pt x="5340" y="1947"/>
                </a:cubicBezTo>
                <a:cubicBezTo>
                  <a:pt x="5123" y="205"/>
                  <a:pt x="5123" y="205"/>
                  <a:pt x="5123" y="205"/>
                </a:cubicBezTo>
                <a:cubicBezTo>
                  <a:pt x="5048" y="0"/>
                  <a:pt x="5048" y="0"/>
                  <a:pt x="5048" y="0"/>
                </a:cubicBezTo>
                <a:cubicBezTo>
                  <a:pt x="4968" y="245"/>
                  <a:pt x="4968" y="245"/>
                  <a:pt x="4968" y="245"/>
                </a:cubicBezTo>
                <a:cubicBezTo>
                  <a:pt x="4784" y="1873"/>
                  <a:pt x="4784" y="1873"/>
                  <a:pt x="4784" y="1873"/>
                </a:cubicBezTo>
                <a:cubicBezTo>
                  <a:pt x="4690" y="1684"/>
                  <a:pt x="4511" y="1545"/>
                  <a:pt x="4298" y="1545"/>
                </a:cubicBezTo>
                <a:cubicBezTo>
                  <a:pt x="4162" y="1545"/>
                  <a:pt x="4039" y="1602"/>
                  <a:pt x="3955" y="1692"/>
                </a:cubicBezTo>
                <a:cubicBezTo>
                  <a:pt x="3928" y="1682"/>
                  <a:pt x="3898" y="1677"/>
                  <a:pt x="3868" y="1677"/>
                </a:cubicBezTo>
                <a:cubicBezTo>
                  <a:pt x="3856" y="1677"/>
                  <a:pt x="3844" y="1678"/>
                  <a:pt x="3833" y="1679"/>
                </a:cubicBezTo>
                <a:cubicBezTo>
                  <a:pt x="3725" y="1434"/>
                  <a:pt x="3474" y="1262"/>
                  <a:pt x="3181" y="1262"/>
                </a:cubicBezTo>
                <a:cubicBezTo>
                  <a:pt x="3008" y="1262"/>
                  <a:pt x="2850" y="1322"/>
                  <a:pt x="2727" y="1422"/>
                </a:cubicBezTo>
                <a:cubicBezTo>
                  <a:pt x="2588" y="1295"/>
                  <a:pt x="2405" y="1218"/>
                  <a:pt x="2205" y="1218"/>
                </a:cubicBezTo>
                <a:cubicBezTo>
                  <a:pt x="2149" y="1218"/>
                  <a:pt x="2094" y="1224"/>
                  <a:pt x="2041" y="1236"/>
                </a:cubicBezTo>
                <a:cubicBezTo>
                  <a:pt x="1875" y="977"/>
                  <a:pt x="1579" y="805"/>
                  <a:pt x="1241" y="805"/>
                </a:cubicBezTo>
                <a:cubicBezTo>
                  <a:pt x="968" y="805"/>
                  <a:pt x="722" y="917"/>
                  <a:pt x="550" y="1097"/>
                </a:cubicBezTo>
                <a:cubicBezTo>
                  <a:pt x="518" y="1092"/>
                  <a:pt x="486" y="1090"/>
                  <a:pt x="454" y="1090"/>
                </a:cubicBezTo>
                <a:cubicBezTo>
                  <a:pt x="277" y="1090"/>
                  <a:pt x="118" y="1162"/>
                  <a:pt x="0" y="1279"/>
                </a:cubicBezTo>
                <a:lnTo>
                  <a:pt x="0" y="2825"/>
                </a:lnTo>
                <a:close/>
                <a:moveTo>
                  <a:pt x="4999" y="2399"/>
                </a:moveTo>
                <a:cubicBezTo>
                  <a:pt x="4997" y="2402"/>
                  <a:pt x="4994" y="2405"/>
                  <a:pt x="4992" y="2408"/>
                </a:cubicBezTo>
                <a:cubicBezTo>
                  <a:pt x="4991" y="2405"/>
                  <a:pt x="4991" y="2402"/>
                  <a:pt x="4990" y="2400"/>
                </a:cubicBezTo>
                <a:lnTo>
                  <a:pt x="4999" y="2399"/>
                </a:lnTo>
                <a:close/>
              </a:path>
            </a:pathLst>
          </a:cu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"/>
          <p:cNvSpPr txBox="1"/>
          <p:nvPr/>
        </p:nvSpPr>
        <p:spPr>
          <a:xfrm>
            <a:off x="609964" y="273592"/>
            <a:ext cx="49977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Repair App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"/>
          <p:cNvSpPr txBox="1"/>
          <p:nvPr/>
        </p:nvSpPr>
        <p:spPr>
          <a:xfrm>
            <a:off x="672313" y="1217007"/>
            <a:ext cx="519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BW Repair  Management Application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"/>
          <p:cNvSpPr/>
          <p:nvPr/>
        </p:nvSpPr>
        <p:spPr>
          <a:xfrm>
            <a:off x="2381" y="1124851"/>
            <a:ext cx="9141616" cy="4015982"/>
          </a:xfrm>
          <a:custGeom>
            <a:rect b="b" l="l" r="r" t="t"/>
            <a:pathLst>
              <a:path extrusionOk="0" h="2788" w="6400">
                <a:moveTo>
                  <a:pt x="0" y="2788"/>
                </a:moveTo>
                <a:cubicBezTo>
                  <a:pt x="6400" y="2788"/>
                  <a:pt x="6400" y="2788"/>
                  <a:pt x="6400" y="2788"/>
                </a:cubicBezTo>
                <a:cubicBezTo>
                  <a:pt x="6400" y="1532"/>
                  <a:pt x="6400" y="1532"/>
                  <a:pt x="6400" y="1532"/>
                </a:cubicBezTo>
                <a:cubicBezTo>
                  <a:pt x="6212" y="1579"/>
                  <a:pt x="6056" y="1710"/>
                  <a:pt x="5970" y="1884"/>
                </a:cubicBezTo>
                <a:cubicBezTo>
                  <a:pt x="5924" y="1862"/>
                  <a:pt x="5873" y="1849"/>
                  <a:pt x="5818" y="1849"/>
                </a:cubicBezTo>
                <a:cubicBezTo>
                  <a:pt x="5636" y="1849"/>
                  <a:pt x="5487" y="1987"/>
                  <a:pt x="5476" y="2161"/>
                </a:cubicBezTo>
                <a:cubicBezTo>
                  <a:pt x="5466" y="2160"/>
                  <a:pt x="5456" y="2159"/>
                  <a:pt x="5446" y="2159"/>
                </a:cubicBezTo>
                <a:cubicBezTo>
                  <a:pt x="5344" y="2159"/>
                  <a:pt x="5256" y="2220"/>
                  <a:pt x="5220" y="2306"/>
                </a:cubicBezTo>
                <a:cubicBezTo>
                  <a:pt x="5048" y="0"/>
                  <a:pt x="5048" y="0"/>
                  <a:pt x="5048" y="0"/>
                </a:cubicBezTo>
                <a:cubicBezTo>
                  <a:pt x="4864" y="2233"/>
                  <a:pt x="4864" y="2233"/>
                  <a:pt x="4864" y="2233"/>
                </a:cubicBezTo>
                <a:cubicBezTo>
                  <a:pt x="4825" y="2188"/>
                  <a:pt x="4766" y="2159"/>
                  <a:pt x="4701" y="2159"/>
                </a:cubicBezTo>
                <a:cubicBezTo>
                  <a:pt x="4689" y="2159"/>
                  <a:pt x="4677" y="2160"/>
                  <a:pt x="4666" y="2162"/>
                </a:cubicBezTo>
                <a:cubicBezTo>
                  <a:pt x="4634" y="1993"/>
                  <a:pt x="4481" y="1865"/>
                  <a:pt x="4298" y="1865"/>
                </a:cubicBezTo>
                <a:cubicBezTo>
                  <a:pt x="4194" y="1865"/>
                  <a:pt x="4099" y="1907"/>
                  <a:pt x="4032" y="1973"/>
                </a:cubicBezTo>
                <a:cubicBezTo>
                  <a:pt x="3988" y="1935"/>
                  <a:pt x="3931" y="1912"/>
                  <a:pt x="3868" y="1912"/>
                </a:cubicBezTo>
                <a:cubicBezTo>
                  <a:pt x="3842" y="1912"/>
                  <a:pt x="3817" y="1916"/>
                  <a:pt x="3794" y="1923"/>
                </a:cubicBezTo>
                <a:cubicBezTo>
                  <a:pt x="3691" y="1694"/>
                  <a:pt x="3455" y="1535"/>
                  <a:pt x="3181" y="1535"/>
                </a:cubicBezTo>
                <a:cubicBezTo>
                  <a:pt x="2968" y="1535"/>
                  <a:pt x="2778" y="1631"/>
                  <a:pt x="2656" y="1782"/>
                </a:cubicBezTo>
                <a:cubicBezTo>
                  <a:pt x="2539" y="1666"/>
                  <a:pt x="2380" y="1595"/>
                  <a:pt x="2205" y="1595"/>
                </a:cubicBezTo>
                <a:cubicBezTo>
                  <a:pt x="2126" y="1595"/>
                  <a:pt x="2050" y="1610"/>
                  <a:pt x="1980" y="1636"/>
                </a:cubicBezTo>
                <a:cubicBezTo>
                  <a:pt x="1855" y="1362"/>
                  <a:pt x="1571" y="1170"/>
                  <a:pt x="1241" y="1170"/>
                </a:cubicBezTo>
                <a:cubicBezTo>
                  <a:pt x="1032" y="1170"/>
                  <a:pt x="841" y="1247"/>
                  <a:pt x="697" y="1373"/>
                </a:cubicBezTo>
                <a:cubicBezTo>
                  <a:pt x="622" y="1342"/>
                  <a:pt x="540" y="1325"/>
                  <a:pt x="454" y="1325"/>
                </a:cubicBezTo>
                <a:cubicBezTo>
                  <a:pt x="277" y="1325"/>
                  <a:pt x="118" y="1397"/>
                  <a:pt x="0" y="1514"/>
                </a:cubicBezTo>
                <a:lnTo>
                  <a:pt x="0" y="2788"/>
                </a:lnTo>
                <a:close/>
                <a:moveTo>
                  <a:pt x="4999" y="2634"/>
                </a:moveTo>
                <a:cubicBezTo>
                  <a:pt x="4997" y="2637"/>
                  <a:pt x="4994" y="2640"/>
                  <a:pt x="4992" y="2643"/>
                </a:cubicBezTo>
                <a:cubicBezTo>
                  <a:pt x="4991" y="2640"/>
                  <a:pt x="4991" y="2637"/>
                  <a:pt x="4990" y="2635"/>
                </a:cubicBezTo>
                <a:lnTo>
                  <a:pt x="4999" y="26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"/>
          <p:cNvSpPr txBox="1"/>
          <p:nvPr/>
        </p:nvSpPr>
        <p:spPr>
          <a:xfrm>
            <a:off x="175744" y="4665288"/>
            <a:ext cx="12750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"/>
          <p:cNvSpPr txBox="1"/>
          <p:nvPr/>
        </p:nvSpPr>
        <p:spPr>
          <a:xfrm>
            <a:off x="1529760" y="4665288"/>
            <a:ext cx="615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"/>
          <p:cNvSpPr txBox="1"/>
          <p:nvPr/>
        </p:nvSpPr>
        <p:spPr>
          <a:xfrm>
            <a:off x="2286266" y="4660685"/>
            <a:ext cx="957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STRATEGY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"/>
          <p:cNvSpPr txBox="1"/>
          <p:nvPr/>
        </p:nvSpPr>
        <p:spPr>
          <a:xfrm>
            <a:off x="3426173" y="4665288"/>
            <a:ext cx="874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FINANCE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"/>
          <p:cNvSpPr txBox="1"/>
          <p:nvPr/>
        </p:nvSpPr>
        <p:spPr>
          <a:xfrm>
            <a:off x="4440040" y="4665288"/>
            <a:ext cx="103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1"/>
          <p:cNvGrpSpPr/>
          <p:nvPr/>
        </p:nvGrpSpPr>
        <p:grpSpPr>
          <a:xfrm>
            <a:off x="6645133" y="447764"/>
            <a:ext cx="1190769" cy="2777011"/>
            <a:chOff x="8860177" y="859085"/>
            <a:chExt cx="1587693" cy="3440301"/>
          </a:xfrm>
        </p:grpSpPr>
        <p:sp>
          <p:nvSpPr>
            <p:cNvPr id="294" name="Google Shape;294;p1"/>
            <p:cNvSpPr/>
            <p:nvPr/>
          </p:nvSpPr>
          <p:spPr>
            <a:xfrm>
              <a:off x="9391650" y="1496240"/>
              <a:ext cx="541200" cy="54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5" name="Google Shape;295;p1"/>
            <p:cNvGrpSpPr/>
            <p:nvPr/>
          </p:nvGrpSpPr>
          <p:grpSpPr>
            <a:xfrm>
              <a:off x="8860177" y="859085"/>
              <a:ext cx="1587693" cy="3440301"/>
              <a:chOff x="8842702" y="765303"/>
              <a:chExt cx="1587693" cy="3440301"/>
            </a:xfrm>
          </p:grpSpPr>
          <p:sp>
            <p:nvSpPr>
              <p:cNvPr id="296" name="Google Shape;296;p1"/>
              <p:cNvSpPr/>
              <p:nvPr/>
            </p:nvSpPr>
            <p:spPr>
              <a:xfrm>
                <a:off x="9332100" y="3120897"/>
                <a:ext cx="543300" cy="759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>
                <a:off x="8842702" y="765303"/>
                <a:ext cx="1587693" cy="3440301"/>
                <a:chOff x="9490633" y="1499448"/>
                <a:chExt cx="1270458" cy="3028167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9730649" y="1907294"/>
                  <a:ext cx="822910" cy="1768535"/>
                </a:xfrm>
                <a:custGeom>
                  <a:rect b="b" l="l" r="r" t="t"/>
                  <a:pathLst>
                    <a:path extrusionOk="0" h="500" w="233">
                      <a:moveTo>
                        <a:pt x="39" y="495"/>
                      </a:moveTo>
                      <a:cubicBezTo>
                        <a:pt x="36" y="488"/>
                        <a:pt x="34" y="481"/>
                        <a:pt x="32" y="475"/>
                      </a:cubicBezTo>
                      <a:cubicBezTo>
                        <a:pt x="22" y="445"/>
                        <a:pt x="15" y="415"/>
                        <a:pt x="10" y="385"/>
                      </a:cubicBezTo>
                      <a:cubicBezTo>
                        <a:pt x="3" y="344"/>
                        <a:pt x="0" y="303"/>
                        <a:pt x="1" y="262"/>
                      </a:cubicBezTo>
                      <a:cubicBezTo>
                        <a:pt x="1" y="219"/>
                        <a:pt x="5" y="176"/>
                        <a:pt x="14" y="133"/>
                      </a:cubicBezTo>
                      <a:cubicBezTo>
                        <a:pt x="20" y="98"/>
                        <a:pt x="30" y="63"/>
                        <a:pt x="43" y="30"/>
                      </a:cubicBezTo>
                      <a:cubicBezTo>
                        <a:pt x="46" y="21"/>
                        <a:pt x="49" y="13"/>
                        <a:pt x="53" y="4"/>
                      </a:cubicBezTo>
                      <a:cubicBezTo>
                        <a:pt x="54" y="1"/>
                        <a:pt x="55" y="0"/>
                        <a:pt x="59" y="0"/>
                      </a:cubicBezTo>
                      <a:cubicBezTo>
                        <a:pt x="91" y="1"/>
                        <a:pt x="124" y="2"/>
                        <a:pt x="157" y="3"/>
                      </a:cubicBezTo>
                      <a:cubicBezTo>
                        <a:pt x="165" y="3"/>
                        <a:pt x="174" y="3"/>
                        <a:pt x="183" y="3"/>
                      </a:cubicBezTo>
                      <a:cubicBezTo>
                        <a:pt x="186" y="3"/>
                        <a:pt x="188" y="4"/>
                        <a:pt x="190" y="8"/>
                      </a:cubicBezTo>
                      <a:cubicBezTo>
                        <a:pt x="210" y="60"/>
                        <a:pt x="221" y="115"/>
                        <a:pt x="226" y="170"/>
                      </a:cubicBezTo>
                      <a:cubicBezTo>
                        <a:pt x="233" y="240"/>
                        <a:pt x="229" y="309"/>
                        <a:pt x="215" y="378"/>
                      </a:cubicBezTo>
                      <a:cubicBezTo>
                        <a:pt x="207" y="419"/>
                        <a:pt x="195" y="459"/>
                        <a:pt x="179" y="497"/>
                      </a:cubicBezTo>
                      <a:cubicBezTo>
                        <a:pt x="178" y="498"/>
                        <a:pt x="176" y="500"/>
                        <a:pt x="174" y="500"/>
                      </a:cubicBezTo>
                      <a:cubicBezTo>
                        <a:pt x="146" y="499"/>
                        <a:pt x="118" y="498"/>
                        <a:pt x="90" y="497"/>
                      </a:cubicBezTo>
                      <a:cubicBezTo>
                        <a:pt x="75" y="497"/>
                        <a:pt x="59" y="497"/>
                        <a:pt x="44" y="496"/>
                      </a:cubicBezTo>
                      <a:cubicBezTo>
                        <a:pt x="42" y="496"/>
                        <a:pt x="40" y="496"/>
                        <a:pt x="39" y="495"/>
                      </a:cubicBezTo>
                      <a:close/>
                      <a:moveTo>
                        <a:pt x="148" y="145"/>
                      </a:moveTo>
                      <a:cubicBezTo>
                        <a:pt x="168" y="129"/>
                        <a:pt x="171" y="100"/>
                        <a:pt x="154" y="80"/>
                      </a:cubicBezTo>
                      <a:cubicBezTo>
                        <a:pt x="139" y="61"/>
                        <a:pt x="109" y="58"/>
                        <a:pt x="90" y="74"/>
                      </a:cubicBezTo>
                      <a:cubicBezTo>
                        <a:pt x="70" y="90"/>
                        <a:pt x="67" y="119"/>
                        <a:pt x="83" y="139"/>
                      </a:cubicBezTo>
                      <a:cubicBezTo>
                        <a:pt x="99" y="159"/>
                        <a:pt x="128" y="161"/>
                        <a:pt x="148" y="14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282F39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10439867" y="3109176"/>
                  <a:ext cx="321224" cy="927579"/>
                </a:xfrm>
                <a:custGeom>
                  <a:rect b="b" l="l" r="r" t="t"/>
                  <a:pathLst>
                    <a:path extrusionOk="0" h="262" w="91">
                      <a:moveTo>
                        <a:pt x="38" y="0"/>
                      </a:moveTo>
                      <a:cubicBezTo>
                        <a:pt x="43" y="4"/>
                        <a:pt x="48" y="8"/>
                        <a:pt x="53" y="12"/>
                      </a:cubicBezTo>
                      <a:cubicBezTo>
                        <a:pt x="63" y="20"/>
                        <a:pt x="73" y="28"/>
                        <a:pt x="83" y="36"/>
                      </a:cubicBezTo>
                      <a:cubicBezTo>
                        <a:pt x="85" y="38"/>
                        <a:pt x="88" y="40"/>
                        <a:pt x="89" y="42"/>
                      </a:cubicBezTo>
                      <a:cubicBezTo>
                        <a:pt x="90" y="43"/>
                        <a:pt x="91" y="46"/>
                        <a:pt x="90" y="47"/>
                      </a:cubicBezTo>
                      <a:cubicBezTo>
                        <a:pt x="84" y="86"/>
                        <a:pt x="78" y="125"/>
                        <a:pt x="71" y="164"/>
                      </a:cubicBezTo>
                      <a:cubicBezTo>
                        <a:pt x="66" y="195"/>
                        <a:pt x="61" y="225"/>
                        <a:pt x="57" y="256"/>
                      </a:cubicBezTo>
                      <a:cubicBezTo>
                        <a:pt x="56" y="258"/>
                        <a:pt x="56" y="259"/>
                        <a:pt x="55" y="262"/>
                      </a:cubicBezTo>
                      <a:cubicBezTo>
                        <a:pt x="53" y="257"/>
                        <a:pt x="51" y="252"/>
                        <a:pt x="49" y="248"/>
                      </a:cubicBezTo>
                      <a:cubicBezTo>
                        <a:pt x="40" y="230"/>
                        <a:pt x="32" y="212"/>
                        <a:pt x="23" y="194"/>
                      </a:cubicBezTo>
                      <a:cubicBezTo>
                        <a:pt x="17" y="182"/>
                        <a:pt x="12" y="169"/>
                        <a:pt x="5" y="157"/>
                      </a:cubicBezTo>
                      <a:cubicBezTo>
                        <a:pt x="0" y="149"/>
                        <a:pt x="1" y="142"/>
                        <a:pt x="4" y="134"/>
                      </a:cubicBezTo>
                      <a:cubicBezTo>
                        <a:pt x="20" y="92"/>
                        <a:pt x="30" y="48"/>
                        <a:pt x="37" y="4"/>
                      </a:cubicBezTo>
                      <a:cubicBezTo>
                        <a:pt x="37" y="3"/>
                        <a:pt x="37" y="2"/>
                        <a:pt x="3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282F39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9490633" y="3087521"/>
                  <a:ext cx="295959" cy="913142"/>
                </a:xfrm>
                <a:custGeom>
                  <a:rect b="b" l="l" r="r" t="t"/>
                  <a:pathLst>
                    <a:path extrusionOk="0" h="258" w="84">
                      <a:moveTo>
                        <a:pt x="55" y="0"/>
                      </a:moveTo>
                      <a:cubicBezTo>
                        <a:pt x="56" y="12"/>
                        <a:pt x="57" y="23"/>
                        <a:pt x="59" y="34"/>
                      </a:cubicBezTo>
                      <a:cubicBezTo>
                        <a:pt x="63" y="62"/>
                        <a:pt x="68" y="90"/>
                        <a:pt x="76" y="117"/>
                      </a:cubicBezTo>
                      <a:cubicBezTo>
                        <a:pt x="79" y="127"/>
                        <a:pt x="81" y="136"/>
                        <a:pt x="84" y="145"/>
                      </a:cubicBezTo>
                      <a:cubicBezTo>
                        <a:pt x="84" y="146"/>
                        <a:pt x="84" y="148"/>
                        <a:pt x="83" y="149"/>
                      </a:cubicBezTo>
                      <a:cubicBezTo>
                        <a:pt x="74" y="167"/>
                        <a:pt x="65" y="184"/>
                        <a:pt x="55" y="201"/>
                      </a:cubicBezTo>
                      <a:cubicBezTo>
                        <a:pt x="46" y="218"/>
                        <a:pt x="37" y="234"/>
                        <a:pt x="28" y="251"/>
                      </a:cubicBezTo>
                      <a:cubicBezTo>
                        <a:pt x="27" y="253"/>
                        <a:pt x="25" y="256"/>
                        <a:pt x="23" y="258"/>
                      </a:cubicBezTo>
                      <a:cubicBezTo>
                        <a:pt x="22" y="250"/>
                        <a:pt x="21" y="242"/>
                        <a:pt x="20" y="234"/>
                      </a:cubicBezTo>
                      <a:cubicBezTo>
                        <a:pt x="16" y="193"/>
                        <a:pt x="11" y="151"/>
                        <a:pt x="7" y="109"/>
                      </a:cubicBezTo>
                      <a:cubicBezTo>
                        <a:pt x="5" y="88"/>
                        <a:pt x="2" y="66"/>
                        <a:pt x="0" y="44"/>
                      </a:cubicBezTo>
                      <a:cubicBezTo>
                        <a:pt x="0" y="42"/>
                        <a:pt x="1" y="39"/>
                        <a:pt x="2" y="38"/>
                      </a:cubicBezTo>
                      <a:cubicBezTo>
                        <a:pt x="19" y="26"/>
                        <a:pt x="36" y="13"/>
                        <a:pt x="53" y="1"/>
                      </a:cubicBezTo>
                      <a:cubicBezTo>
                        <a:pt x="54" y="0"/>
                        <a:pt x="54" y="0"/>
                        <a:pt x="5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282F39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9840731" y="3771475"/>
                  <a:ext cx="517929" cy="756140"/>
                </a:xfrm>
                <a:custGeom>
                  <a:rect b="b" l="l" r="r" t="t"/>
                  <a:pathLst>
                    <a:path extrusionOk="0" h="214" w="147">
                      <a:moveTo>
                        <a:pt x="55" y="36"/>
                      </a:moveTo>
                      <a:cubicBezTo>
                        <a:pt x="53" y="44"/>
                        <a:pt x="51" y="51"/>
                        <a:pt x="50" y="59"/>
                      </a:cubicBezTo>
                      <a:cubicBezTo>
                        <a:pt x="48" y="74"/>
                        <a:pt x="52" y="86"/>
                        <a:pt x="59" y="99"/>
                      </a:cubicBezTo>
                      <a:cubicBezTo>
                        <a:pt x="64" y="107"/>
                        <a:pt x="69" y="116"/>
                        <a:pt x="74" y="125"/>
                      </a:cubicBezTo>
                      <a:cubicBezTo>
                        <a:pt x="75" y="109"/>
                        <a:pt x="79" y="94"/>
                        <a:pt x="87" y="80"/>
                      </a:cubicBezTo>
                      <a:cubicBezTo>
                        <a:pt x="94" y="66"/>
                        <a:pt x="104" y="54"/>
                        <a:pt x="117" y="43"/>
                      </a:cubicBezTo>
                      <a:cubicBezTo>
                        <a:pt x="120" y="57"/>
                        <a:pt x="121" y="71"/>
                        <a:pt x="119" y="85"/>
                      </a:cubicBezTo>
                      <a:cubicBezTo>
                        <a:pt x="124" y="83"/>
                        <a:pt x="126" y="79"/>
                        <a:pt x="127" y="75"/>
                      </a:cubicBezTo>
                      <a:cubicBezTo>
                        <a:pt x="135" y="58"/>
                        <a:pt x="136" y="40"/>
                        <a:pt x="134" y="22"/>
                      </a:cubicBezTo>
                      <a:cubicBezTo>
                        <a:pt x="134" y="18"/>
                        <a:pt x="133" y="14"/>
                        <a:pt x="133" y="10"/>
                      </a:cubicBezTo>
                      <a:cubicBezTo>
                        <a:pt x="135" y="15"/>
                        <a:pt x="138" y="20"/>
                        <a:pt x="139" y="25"/>
                      </a:cubicBezTo>
                      <a:cubicBezTo>
                        <a:pt x="147" y="50"/>
                        <a:pt x="144" y="73"/>
                        <a:pt x="135" y="96"/>
                      </a:cubicBezTo>
                      <a:cubicBezTo>
                        <a:pt x="130" y="111"/>
                        <a:pt x="123" y="126"/>
                        <a:pt x="118" y="140"/>
                      </a:cubicBezTo>
                      <a:cubicBezTo>
                        <a:pt x="116" y="145"/>
                        <a:pt x="115" y="149"/>
                        <a:pt x="114" y="154"/>
                      </a:cubicBezTo>
                      <a:cubicBezTo>
                        <a:pt x="108" y="145"/>
                        <a:pt x="102" y="136"/>
                        <a:pt x="99" y="125"/>
                      </a:cubicBezTo>
                      <a:cubicBezTo>
                        <a:pt x="97" y="114"/>
                        <a:pt x="99" y="103"/>
                        <a:pt x="102" y="93"/>
                      </a:cubicBezTo>
                      <a:cubicBezTo>
                        <a:pt x="97" y="99"/>
                        <a:pt x="95" y="106"/>
                        <a:pt x="94" y="114"/>
                      </a:cubicBezTo>
                      <a:cubicBezTo>
                        <a:pt x="94" y="127"/>
                        <a:pt x="94" y="141"/>
                        <a:pt x="94" y="155"/>
                      </a:cubicBezTo>
                      <a:cubicBezTo>
                        <a:pt x="94" y="167"/>
                        <a:pt x="92" y="180"/>
                        <a:pt x="85" y="191"/>
                      </a:cubicBezTo>
                      <a:cubicBezTo>
                        <a:pt x="79" y="201"/>
                        <a:pt x="72" y="209"/>
                        <a:pt x="61" y="214"/>
                      </a:cubicBezTo>
                      <a:cubicBezTo>
                        <a:pt x="63" y="198"/>
                        <a:pt x="55" y="186"/>
                        <a:pt x="50" y="173"/>
                      </a:cubicBezTo>
                      <a:cubicBezTo>
                        <a:pt x="40" y="152"/>
                        <a:pt x="30" y="131"/>
                        <a:pt x="33" y="107"/>
                      </a:cubicBezTo>
                      <a:cubicBezTo>
                        <a:pt x="34" y="100"/>
                        <a:pt x="36" y="94"/>
                        <a:pt x="38" y="86"/>
                      </a:cubicBezTo>
                      <a:cubicBezTo>
                        <a:pt x="32" y="91"/>
                        <a:pt x="30" y="97"/>
                        <a:pt x="29" y="103"/>
                      </a:cubicBezTo>
                      <a:cubicBezTo>
                        <a:pt x="27" y="110"/>
                        <a:pt x="26" y="118"/>
                        <a:pt x="25" y="125"/>
                      </a:cubicBezTo>
                      <a:cubicBezTo>
                        <a:pt x="23" y="132"/>
                        <a:pt x="19" y="138"/>
                        <a:pt x="13" y="141"/>
                      </a:cubicBezTo>
                      <a:cubicBezTo>
                        <a:pt x="9" y="117"/>
                        <a:pt x="5" y="94"/>
                        <a:pt x="3" y="70"/>
                      </a:cubicBezTo>
                      <a:cubicBezTo>
                        <a:pt x="0" y="50"/>
                        <a:pt x="2" y="30"/>
                        <a:pt x="12" y="12"/>
                      </a:cubicBezTo>
                      <a:cubicBezTo>
                        <a:pt x="15" y="8"/>
                        <a:pt x="18" y="4"/>
                        <a:pt x="21" y="0"/>
                      </a:cubicBezTo>
                      <a:cubicBezTo>
                        <a:pt x="8" y="24"/>
                        <a:pt x="12" y="47"/>
                        <a:pt x="21" y="72"/>
                      </a:cubicBezTo>
                      <a:cubicBezTo>
                        <a:pt x="28" y="55"/>
                        <a:pt x="40" y="44"/>
                        <a:pt x="55" y="36"/>
                      </a:cubicBezTo>
                      <a:close/>
                    </a:path>
                  </a:pathLst>
                </a:custGeom>
                <a:solidFill>
                  <a:srgbClr val="C98B02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282F39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9952618" y="1499448"/>
                  <a:ext cx="420479" cy="364535"/>
                </a:xfrm>
                <a:custGeom>
                  <a:rect b="b" l="l" r="r" t="t"/>
                  <a:pathLst>
                    <a:path extrusionOk="0" h="103" w="119">
                      <a:moveTo>
                        <a:pt x="119" y="103"/>
                      </a:moveTo>
                      <a:cubicBezTo>
                        <a:pt x="79" y="102"/>
                        <a:pt x="39" y="101"/>
                        <a:pt x="0" y="100"/>
                      </a:cubicBezTo>
                      <a:cubicBezTo>
                        <a:pt x="3" y="84"/>
                        <a:pt x="47" y="12"/>
                        <a:pt x="62" y="0"/>
                      </a:cubicBezTo>
                      <a:cubicBezTo>
                        <a:pt x="76" y="12"/>
                        <a:pt x="118" y="90"/>
                        <a:pt x="119" y="10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282F39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03" name="Google Shape;303;p1"/>
          <p:cNvGrpSpPr/>
          <p:nvPr/>
        </p:nvGrpSpPr>
        <p:grpSpPr>
          <a:xfrm>
            <a:off x="1573623" y="4012311"/>
            <a:ext cx="476977" cy="581790"/>
            <a:chOff x="2154238" y="2051050"/>
            <a:chExt cx="3344862" cy="4079875"/>
          </a:xfrm>
        </p:grpSpPr>
        <p:sp>
          <p:nvSpPr>
            <p:cNvPr id="304" name="Google Shape;304;p1"/>
            <p:cNvSpPr/>
            <p:nvPr/>
          </p:nvSpPr>
          <p:spPr>
            <a:xfrm>
              <a:off x="2784475" y="2671763"/>
              <a:ext cx="2081213" cy="3459162"/>
            </a:xfrm>
            <a:custGeom>
              <a:rect b="b" l="l" r="r" t="t"/>
              <a:pathLst>
                <a:path extrusionOk="0" h="1237" w="750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3025775" y="3651250"/>
              <a:ext cx="147637" cy="250825"/>
            </a:xfrm>
            <a:custGeom>
              <a:rect b="b" l="l" r="r" t="t"/>
              <a:pathLst>
                <a:path extrusionOk="0" h="90" w="53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3098800" y="3986213"/>
              <a:ext cx="534987" cy="858838"/>
            </a:xfrm>
            <a:custGeom>
              <a:rect b="b" l="l" r="r" t="t"/>
              <a:pathLst>
                <a:path extrusionOk="0" h="307" w="193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"/>
            <p:cNvSpPr/>
            <p:nvPr/>
          </p:nvSpPr>
          <p:spPr>
            <a:xfrm>
              <a:off x="4335463" y="3938588"/>
              <a:ext cx="239712" cy="296863"/>
            </a:xfrm>
            <a:custGeom>
              <a:rect b="b" l="l" r="r" t="t"/>
              <a:pathLst>
                <a:path extrusionOk="0" h="106" w="8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"/>
            <p:cNvSpPr/>
            <p:nvPr/>
          </p:nvSpPr>
          <p:spPr>
            <a:xfrm>
              <a:off x="3759200" y="2917825"/>
              <a:ext cx="865187" cy="942975"/>
            </a:xfrm>
            <a:custGeom>
              <a:rect b="b" l="l" r="r" t="t"/>
              <a:pathLst>
                <a:path extrusionOk="0" h="337" w="312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"/>
            <p:cNvSpPr/>
            <p:nvPr/>
          </p:nvSpPr>
          <p:spPr>
            <a:xfrm>
              <a:off x="3759200" y="2051050"/>
              <a:ext cx="133350" cy="508000"/>
            </a:xfrm>
            <a:custGeom>
              <a:rect b="b" l="l" r="r" t="t"/>
              <a:pathLst>
                <a:path extrusionOk="0" h="182" w="48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"/>
            <p:cNvSpPr/>
            <p:nvPr/>
          </p:nvSpPr>
          <p:spPr>
            <a:xfrm>
              <a:off x="2947988" y="2257425"/>
              <a:ext cx="338137" cy="469900"/>
            </a:xfrm>
            <a:custGeom>
              <a:rect b="b" l="l" r="r" t="t"/>
              <a:pathLst>
                <a:path extrusionOk="0" h="168" w="122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"/>
            <p:cNvSpPr/>
            <p:nvPr/>
          </p:nvSpPr>
          <p:spPr>
            <a:xfrm>
              <a:off x="4818063" y="4279900"/>
              <a:ext cx="474662" cy="333375"/>
            </a:xfrm>
            <a:custGeom>
              <a:rect b="b" l="l" r="r" t="t"/>
              <a:pathLst>
                <a:path extrusionOk="0" h="119" w="171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"/>
            <p:cNvSpPr/>
            <p:nvPr/>
          </p:nvSpPr>
          <p:spPr>
            <a:xfrm>
              <a:off x="2360613" y="2851150"/>
              <a:ext cx="474662" cy="330200"/>
            </a:xfrm>
            <a:custGeom>
              <a:rect b="b" l="l" r="r" t="t"/>
              <a:pathLst>
                <a:path extrusionOk="0" h="118" w="171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"/>
            <p:cNvSpPr/>
            <p:nvPr/>
          </p:nvSpPr>
          <p:spPr>
            <a:xfrm>
              <a:off x="4991100" y="3667125"/>
              <a:ext cx="508000" cy="134938"/>
            </a:xfrm>
            <a:custGeom>
              <a:rect b="b" l="l" r="r" t="t"/>
              <a:pathLst>
                <a:path extrusionOk="0" h="48" w="183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"/>
            <p:cNvSpPr/>
            <p:nvPr/>
          </p:nvSpPr>
          <p:spPr>
            <a:xfrm>
              <a:off x="2154238" y="3667125"/>
              <a:ext cx="504825" cy="134938"/>
            </a:xfrm>
            <a:custGeom>
              <a:rect b="b" l="l" r="r" t="t"/>
              <a:pathLst>
                <a:path extrusionOk="0" h="48" w="182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>
              <a:off x="4818063" y="2851150"/>
              <a:ext cx="474662" cy="330200"/>
            </a:xfrm>
            <a:custGeom>
              <a:rect b="b" l="l" r="r" t="t"/>
              <a:pathLst>
                <a:path extrusionOk="0" h="118" w="171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"/>
            <p:cNvSpPr/>
            <p:nvPr/>
          </p:nvSpPr>
          <p:spPr>
            <a:xfrm>
              <a:off x="2360613" y="4279900"/>
              <a:ext cx="474662" cy="333375"/>
            </a:xfrm>
            <a:custGeom>
              <a:rect b="b" l="l" r="r" t="t"/>
              <a:pathLst>
                <a:path extrusionOk="0" h="119" w="171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"/>
            <p:cNvSpPr/>
            <p:nvPr/>
          </p:nvSpPr>
          <p:spPr>
            <a:xfrm>
              <a:off x="4367213" y="2257425"/>
              <a:ext cx="338137" cy="469900"/>
            </a:xfrm>
            <a:custGeom>
              <a:rect b="b" l="l" r="r" t="t"/>
              <a:pathLst>
                <a:path extrusionOk="0" h="168" w="122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1"/>
          <p:cNvGrpSpPr/>
          <p:nvPr/>
        </p:nvGrpSpPr>
        <p:grpSpPr>
          <a:xfrm>
            <a:off x="567776" y="4118586"/>
            <a:ext cx="438146" cy="438146"/>
            <a:chOff x="3187685" y="2367566"/>
            <a:chExt cx="2122800" cy="2122800"/>
          </a:xfrm>
        </p:grpSpPr>
        <p:sp>
          <p:nvSpPr>
            <p:cNvPr id="319" name="Google Shape;319;p1"/>
            <p:cNvSpPr/>
            <p:nvPr/>
          </p:nvSpPr>
          <p:spPr>
            <a:xfrm>
              <a:off x="3187685" y="2367566"/>
              <a:ext cx="2122800" cy="2122800"/>
            </a:xfrm>
            <a:prstGeom prst="ellipse">
              <a:avLst/>
            </a:prstGeom>
            <a:noFill/>
            <a:ln cap="flat" cmpd="sng" w="476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"/>
            <p:cNvSpPr/>
            <p:nvPr/>
          </p:nvSpPr>
          <p:spPr>
            <a:xfrm rot="2700000">
              <a:off x="4125070" y="3606945"/>
              <a:ext cx="566393" cy="152311"/>
            </a:xfrm>
            <a:prstGeom prst="roundRect">
              <a:avLst>
                <a:gd fmla="val 4579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"/>
            <p:cNvSpPr/>
            <p:nvPr/>
          </p:nvSpPr>
          <p:spPr>
            <a:xfrm rot="5400000">
              <a:off x="3717106" y="2977669"/>
              <a:ext cx="1080300" cy="149400"/>
            </a:xfrm>
            <a:prstGeom prst="roundRect">
              <a:avLst>
                <a:gd fmla="val 4579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"/>
          <p:cNvSpPr/>
          <p:nvPr/>
        </p:nvSpPr>
        <p:spPr>
          <a:xfrm>
            <a:off x="3635666" y="4082596"/>
            <a:ext cx="485307" cy="493787"/>
          </a:xfrm>
          <a:custGeom>
            <a:rect b="b" l="l" r="r" t="t"/>
            <a:pathLst>
              <a:path extrusionOk="0" h="1071" w="1061">
                <a:moveTo>
                  <a:pt x="1061" y="499"/>
                </a:moveTo>
                <a:cubicBezTo>
                  <a:pt x="1009" y="499"/>
                  <a:pt x="1009" y="499"/>
                  <a:pt x="1009" y="499"/>
                </a:cubicBezTo>
                <a:cubicBezTo>
                  <a:pt x="1009" y="262"/>
                  <a:pt x="1009" y="262"/>
                  <a:pt x="1009" y="262"/>
                </a:cubicBezTo>
                <a:cubicBezTo>
                  <a:pt x="1009" y="206"/>
                  <a:pt x="963" y="160"/>
                  <a:pt x="907" y="160"/>
                </a:cubicBezTo>
                <a:cubicBezTo>
                  <a:pt x="837" y="160"/>
                  <a:pt x="837" y="160"/>
                  <a:pt x="837" y="160"/>
                </a:cubicBezTo>
                <a:cubicBezTo>
                  <a:pt x="766" y="31"/>
                  <a:pt x="766" y="31"/>
                  <a:pt x="766" y="31"/>
                </a:cubicBezTo>
                <a:cubicBezTo>
                  <a:pt x="755" y="12"/>
                  <a:pt x="734" y="0"/>
                  <a:pt x="712" y="0"/>
                </a:cubicBezTo>
                <a:cubicBezTo>
                  <a:pt x="701" y="0"/>
                  <a:pt x="691" y="2"/>
                  <a:pt x="682" y="8"/>
                </a:cubicBezTo>
                <a:cubicBezTo>
                  <a:pt x="408" y="160"/>
                  <a:pt x="408" y="160"/>
                  <a:pt x="408" y="160"/>
                </a:cubicBezTo>
                <a:cubicBezTo>
                  <a:pt x="103" y="160"/>
                  <a:pt x="103" y="160"/>
                  <a:pt x="103" y="160"/>
                </a:cubicBezTo>
                <a:cubicBezTo>
                  <a:pt x="46" y="160"/>
                  <a:pt x="0" y="206"/>
                  <a:pt x="0" y="262"/>
                </a:cubicBezTo>
                <a:cubicBezTo>
                  <a:pt x="0" y="969"/>
                  <a:pt x="0" y="969"/>
                  <a:pt x="0" y="969"/>
                </a:cubicBezTo>
                <a:cubicBezTo>
                  <a:pt x="0" y="1025"/>
                  <a:pt x="46" y="1071"/>
                  <a:pt x="103" y="1071"/>
                </a:cubicBezTo>
                <a:cubicBezTo>
                  <a:pt x="907" y="1071"/>
                  <a:pt x="907" y="1071"/>
                  <a:pt x="907" y="1071"/>
                </a:cubicBezTo>
                <a:cubicBezTo>
                  <a:pt x="963" y="1071"/>
                  <a:pt x="1009" y="1025"/>
                  <a:pt x="1009" y="969"/>
                </a:cubicBezTo>
                <a:cubicBezTo>
                  <a:pt x="1009" y="761"/>
                  <a:pt x="1009" y="761"/>
                  <a:pt x="1009" y="761"/>
                </a:cubicBezTo>
                <a:cubicBezTo>
                  <a:pt x="1061" y="761"/>
                  <a:pt x="1061" y="761"/>
                  <a:pt x="1061" y="761"/>
                </a:cubicBezTo>
                <a:lnTo>
                  <a:pt x="1061" y="499"/>
                </a:lnTo>
                <a:close/>
                <a:moveTo>
                  <a:pt x="907" y="201"/>
                </a:moveTo>
                <a:cubicBezTo>
                  <a:pt x="938" y="201"/>
                  <a:pt x="964" y="225"/>
                  <a:pt x="968" y="256"/>
                </a:cubicBezTo>
                <a:cubicBezTo>
                  <a:pt x="890" y="256"/>
                  <a:pt x="890" y="256"/>
                  <a:pt x="890" y="256"/>
                </a:cubicBezTo>
                <a:cubicBezTo>
                  <a:pt x="860" y="201"/>
                  <a:pt x="860" y="201"/>
                  <a:pt x="860" y="201"/>
                </a:cubicBezTo>
                <a:lnTo>
                  <a:pt x="907" y="201"/>
                </a:lnTo>
                <a:close/>
                <a:moveTo>
                  <a:pt x="702" y="43"/>
                </a:moveTo>
                <a:cubicBezTo>
                  <a:pt x="711" y="38"/>
                  <a:pt x="724" y="42"/>
                  <a:pt x="730" y="51"/>
                </a:cubicBezTo>
                <a:cubicBezTo>
                  <a:pt x="843" y="256"/>
                  <a:pt x="843" y="256"/>
                  <a:pt x="843" y="256"/>
                </a:cubicBezTo>
                <a:cubicBezTo>
                  <a:pt x="320" y="256"/>
                  <a:pt x="320" y="256"/>
                  <a:pt x="320" y="256"/>
                </a:cubicBezTo>
                <a:lnTo>
                  <a:pt x="702" y="43"/>
                </a:lnTo>
                <a:close/>
                <a:moveTo>
                  <a:pt x="968" y="969"/>
                </a:moveTo>
                <a:cubicBezTo>
                  <a:pt x="968" y="1003"/>
                  <a:pt x="941" y="1030"/>
                  <a:pt x="907" y="1030"/>
                </a:cubicBezTo>
                <a:cubicBezTo>
                  <a:pt x="103" y="1030"/>
                  <a:pt x="103" y="1030"/>
                  <a:pt x="103" y="1030"/>
                </a:cubicBezTo>
                <a:cubicBezTo>
                  <a:pt x="69" y="1030"/>
                  <a:pt x="41" y="1003"/>
                  <a:pt x="41" y="969"/>
                </a:cubicBezTo>
                <a:cubicBezTo>
                  <a:pt x="41" y="262"/>
                  <a:pt x="41" y="262"/>
                  <a:pt x="41" y="262"/>
                </a:cubicBezTo>
                <a:cubicBezTo>
                  <a:pt x="41" y="228"/>
                  <a:pt x="69" y="201"/>
                  <a:pt x="103" y="201"/>
                </a:cubicBezTo>
                <a:cubicBezTo>
                  <a:pt x="334" y="201"/>
                  <a:pt x="334" y="201"/>
                  <a:pt x="334" y="201"/>
                </a:cubicBezTo>
                <a:cubicBezTo>
                  <a:pt x="236" y="256"/>
                  <a:pt x="236" y="256"/>
                  <a:pt x="236" y="256"/>
                </a:cubicBezTo>
                <a:cubicBezTo>
                  <a:pt x="116" y="256"/>
                  <a:pt x="116" y="256"/>
                  <a:pt x="116" y="256"/>
                </a:cubicBezTo>
                <a:cubicBezTo>
                  <a:pt x="104" y="256"/>
                  <a:pt x="95" y="265"/>
                  <a:pt x="95" y="276"/>
                </a:cubicBezTo>
                <a:cubicBezTo>
                  <a:pt x="95" y="288"/>
                  <a:pt x="104" y="297"/>
                  <a:pt x="116" y="297"/>
                </a:cubicBezTo>
                <a:cubicBezTo>
                  <a:pt x="968" y="297"/>
                  <a:pt x="968" y="297"/>
                  <a:pt x="968" y="297"/>
                </a:cubicBezTo>
                <a:cubicBezTo>
                  <a:pt x="968" y="499"/>
                  <a:pt x="968" y="499"/>
                  <a:pt x="968" y="499"/>
                </a:cubicBezTo>
                <a:cubicBezTo>
                  <a:pt x="818" y="499"/>
                  <a:pt x="818" y="499"/>
                  <a:pt x="818" y="499"/>
                </a:cubicBezTo>
                <a:cubicBezTo>
                  <a:pt x="748" y="499"/>
                  <a:pt x="691" y="556"/>
                  <a:pt x="691" y="626"/>
                </a:cubicBezTo>
                <a:cubicBezTo>
                  <a:pt x="691" y="635"/>
                  <a:pt x="691" y="635"/>
                  <a:pt x="691" y="635"/>
                </a:cubicBezTo>
                <a:cubicBezTo>
                  <a:pt x="691" y="704"/>
                  <a:pt x="748" y="761"/>
                  <a:pt x="818" y="761"/>
                </a:cubicBezTo>
                <a:cubicBezTo>
                  <a:pt x="968" y="761"/>
                  <a:pt x="968" y="761"/>
                  <a:pt x="968" y="761"/>
                </a:cubicBezTo>
                <a:lnTo>
                  <a:pt x="968" y="969"/>
                </a:lnTo>
                <a:close/>
                <a:moveTo>
                  <a:pt x="1020" y="720"/>
                </a:moveTo>
                <a:cubicBezTo>
                  <a:pt x="818" y="720"/>
                  <a:pt x="818" y="720"/>
                  <a:pt x="818" y="720"/>
                </a:cubicBezTo>
                <a:cubicBezTo>
                  <a:pt x="771" y="720"/>
                  <a:pt x="732" y="682"/>
                  <a:pt x="732" y="634"/>
                </a:cubicBezTo>
                <a:cubicBezTo>
                  <a:pt x="732" y="626"/>
                  <a:pt x="732" y="626"/>
                  <a:pt x="732" y="626"/>
                </a:cubicBezTo>
                <a:cubicBezTo>
                  <a:pt x="732" y="578"/>
                  <a:pt x="771" y="540"/>
                  <a:pt x="818" y="540"/>
                </a:cubicBezTo>
                <a:cubicBezTo>
                  <a:pt x="1020" y="540"/>
                  <a:pt x="1020" y="540"/>
                  <a:pt x="1020" y="540"/>
                </a:cubicBezTo>
                <a:lnTo>
                  <a:pt x="1020" y="720"/>
                </a:lnTo>
                <a:close/>
                <a:moveTo>
                  <a:pt x="881" y="632"/>
                </a:moveTo>
                <a:cubicBezTo>
                  <a:pt x="881" y="657"/>
                  <a:pt x="861" y="677"/>
                  <a:pt x="835" y="677"/>
                </a:cubicBezTo>
                <a:cubicBezTo>
                  <a:pt x="810" y="677"/>
                  <a:pt x="790" y="657"/>
                  <a:pt x="790" y="632"/>
                </a:cubicBezTo>
                <a:cubicBezTo>
                  <a:pt x="790" y="607"/>
                  <a:pt x="810" y="586"/>
                  <a:pt x="835" y="586"/>
                </a:cubicBezTo>
                <a:cubicBezTo>
                  <a:pt x="861" y="586"/>
                  <a:pt x="881" y="607"/>
                  <a:pt x="881" y="632"/>
                </a:cubicBezTo>
                <a:close/>
                <a:moveTo>
                  <a:pt x="881" y="632"/>
                </a:moveTo>
                <a:cubicBezTo>
                  <a:pt x="881" y="632"/>
                  <a:pt x="881" y="632"/>
                  <a:pt x="881" y="632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"/>
          <p:cNvGrpSpPr/>
          <p:nvPr/>
        </p:nvGrpSpPr>
        <p:grpSpPr>
          <a:xfrm>
            <a:off x="2510285" y="4125424"/>
            <a:ext cx="528928" cy="528548"/>
            <a:chOff x="4986338" y="2357438"/>
            <a:chExt cx="2206626" cy="2205038"/>
          </a:xfrm>
        </p:grpSpPr>
        <p:sp>
          <p:nvSpPr>
            <p:cNvPr id="324" name="Google Shape;324;p1"/>
            <p:cNvSpPr/>
            <p:nvPr/>
          </p:nvSpPr>
          <p:spPr>
            <a:xfrm>
              <a:off x="4986338" y="2357438"/>
              <a:ext cx="2206626" cy="2205038"/>
            </a:xfrm>
            <a:custGeom>
              <a:rect b="b" l="l" r="r" t="t"/>
              <a:pathLst>
                <a:path extrusionOk="0" h="709" w="715">
                  <a:moveTo>
                    <a:pt x="33" y="138"/>
                  </a:moveTo>
                  <a:cubicBezTo>
                    <a:pt x="20" y="138"/>
                    <a:pt x="11" y="137"/>
                    <a:pt x="0" y="137"/>
                  </a:cubicBezTo>
                  <a:cubicBezTo>
                    <a:pt x="0" y="91"/>
                    <a:pt x="0" y="46"/>
                    <a:pt x="0" y="0"/>
                  </a:cubicBezTo>
                  <a:cubicBezTo>
                    <a:pt x="238" y="0"/>
                    <a:pt x="476" y="0"/>
                    <a:pt x="715" y="0"/>
                  </a:cubicBezTo>
                  <a:cubicBezTo>
                    <a:pt x="715" y="45"/>
                    <a:pt x="715" y="90"/>
                    <a:pt x="715" y="136"/>
                  </a:cubicBezTo>
                  <a:cubicBezTo>
                    <a:pt x="706" y="137"/>
                    <a:pt x="697" y="138"/>
                    <a:pt x="686" y="139"/>
                  </a:cubicBezTo>
                  <a:cubicBezTo>
                    <a:pt x="686" y="289"/>
                    <a:pt x="686" y="438"/>
                    <a:pt x="686" y="589"/>
                  </a:cubicBezTo>
                  <a:cubicBezTo>
                    <a:pt x="601" y="589"/>
                    <a:pt x="518" y="589"/>
                    <a:pt x="434" y="589"/>
                  </a:cubicBezTo>
                  <a:cubicBezTo>
                    <a:pt x="433" y="591"/>
                    <a:pt x="433" y="593"/>
                    <a:pt x="432" y="594"/>
                  </a:cubicBezTo>
                  <a:cubicBezTo>
                    <a:pt x="450" y="612"/>
                    <a:pt x="468" y="630"/>
                    <a:pt x="486" y="648"/>
                  </a:cubicBezTo>
                  <a:cubicBezTo>
                    <a:pt x="503" y="665"/>
                    <a:pt x="505" y="683"/>
                    <a:pt x="492" y="695"/>
                  </a:cubicBezTo>
                  <a:cubicBezTo>
                    <a:pt x="479" y="709"/>
                    <a:pt x="463" y="707"/>
                    <a:pt x="445" y="689"/>
                  </a:cubicBezTo>
                  <a:cubicBezTo>
                    <a:pt x="417" y="661"/>
                    <a:pt x="388" y="632"/>
                    <a:pt x="358" y="602"/>
                  </a:cubicBezTo>
                  <a:cubicBezTo>
                    <a:pt x="330" y="630"/>
                    <a:pt x="303" y="656"/>
                    <a:pt x="277" y="683"/>
                  </a:cubicBezTo>
                  <a:cubicBezTo>
                    <a:pt x="273" y="688"/>
                    <a:pt x="268" y="692"/>
                    <a:pt x="264" y="696"/>
                  </a:cubicBezTo>
                  <a:cubicBezTo>
                    <a:pt x="251" y="707"/>
                    <a:pt x="237" y="707"/>
                    <a:pt x="224" y="696"/>
                  </a:cubicBezTo>
                  <a:cubicBezTo>
                    <a:pt x="212" y="685"/>
                    <a:pt x="211" y="668"/>
                    <a:pt x="223" y="655"/>
                  </a:cubicBezTo>
                  <a:cubicBezTo>
                    <a:pt x="238" y="639"/>
                    <a:pt x="254" y="623"/>
                    <a:pt x="270" y="608"/>
                  </a:cubicBezTo>
                  <a:cubicBezTo>
                    <a:pt x="274" y="603"/>
                    <a:pt x="279" y="598"/>
                    <a:pt x="286" y="590"/>
                  </a:cubicBezTo>
                  <a:cubicBezTo>
                    <a:pt x="200" y="590"/>
                    <a:pt x="117" y="590"/>
                    <a:pt x="33" y="590"/>
                  </a:cubicBezTo>
                  <a:cubicBezTo>
                    <a:pt x="33" y="438"/>
                    <a:pt x="33" y="289"/>
                    <a:pt x="33" y="138"/>
                  </a:cubicBezTo>
                  <a:close/>
                  <a:moveTo>
                    <a:pt x="93" y="138"/>
                  </a:moveTo>
                  <a:cubicBezTo>
                    <a:pt x="93" y="270"/>
                    <a:pt x="93" y="401"/>
                    <a:pt x="93" y="531"/>
                  </a:cubicBezTo>
                  <a:cubicBezTo>
                    <a:pt x="271" y="531"/>
                    <a:pt x="448" y="531"/>
                    <a:pt x="626" y="531"/>
                  </a:cubicBezTo>
                  <a:cubicBezTo>
                    <a:pt x="626" y="400"/>
                    <a:pt x="626" y="270"/>
                    <a:pt x="626" y="138"/>
                  </a:cubicBezTo>
                  <a:cubicBezTo>
                    <a:pt x="448" y="138"/>
                    <a:pt x="271" y="138"/>
                    <a:pt x="93" y="138"/>
                  </a:cubicBezTo>
                  <a:close/>
                  <a:moveTo>
                    <a:pt x="658" y="58"/>
                  </a:moveTo>
                  <a:cubicBezTo>
                    <a:pt x="457" y="58"/>
                    <a:pt x="258" y="58"/>
                    <a:pt x="59" y="58"/>
                  </a:cubicBezTo>
                  <a:cubicBezTo>
                    <a:pt x="59" y="75"/>
                    <a:pt x="59" y="91"/>
                    <a:pt x="59" y="107"/>
                  </a:cubicBezTo>
                  <a:cubicBezTo>
                    <a:pt x="259" y="107"/>
                    <a:pt x="459" y="107"/>
                    <a:pt x="658" y="107"/>
                  </a:cubicBezTo>
                  <a:cubicBezTo>
                    <a:pt x="658" y="90"/>
                    <a:pt x="658" y="75"/>
                    <a:pt x="658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"/>
            <p:cNvSpPr/>
            <p:nvPr/>
          </p:nvSpPr>
          <p:spPr>
            <a:xfrm>
              <a:off x="5621338" y="2882901"/>
              <a:ext cx="842963" cy="998538"/>
            </a:xfrm>
            <a:custGeom>
              <a:rect b="b" l="l" r="r" t="t"/>
              <a:pathLst>
                <a:path extrusionOk="0" h="321" w="273">
                  <a:moveTo>
                    <a:pt x="198" y="103"/>
                  </a:moveTo>
                  <a:cubicBezTo>
                    <a:pt x="183" y="102"/>
                    <a:pt x="172" y="102"/>
                    <a:pt x="156" y="101"/>
                  </a:cubicBezTo>
                  <a:cubicBezTo>
                    <a:pt x="176" y="66"/>
                    <a:pt x="194" y="34"/>
                    <a:pt x="215" y="0"/>
                  </a:cubicBezTo>
                  <a:cubicBezTo>
                    <a:pt x="234" y="35"/>
                    <a:pt x="253" y="67"/>
                    <a:pt x="273" y="102"/>
                  </a:cubicBezTo>
                  <a:cubicBezTo>
                    <a:pt x="255" y="102"/>
                    <a:pt x="242" y="102"/>
                    <a:pt x="228" y="102"/>
                  </a:cubicBezTo>
                  <a:cubicBezTo>
                    <a:pt x="201" y="223"/>
                    <a:pt x="128" y="296"/>
                    <a:pt x="5" y="321"/>
                  </a:cubicBezTo>
                  <a:cubicBezTo>
                    <a:pt x="3" y="310"/>
                    <a:pt x="2" y="302"/>
                    <a:pt x="0" y="292"/>
                  </a:cubicBezTo>
                  <a:cubicBezTo>
                    <a:pt x="106" y="271"/>
                    <a:pt x="172" y="209"/>
                    <a:pt x="198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"/>
            <p:cNvSpPr/>
            <p:nvPr/>
          </p:nvSpPr>
          <p:spPr>
            <a:xfrm>
              <a:off x="6273801" y="3548063"/>
              <a:ext cx="379413" cy="387350"/>
            </a:xfrm>
            <a:custGeom>
              <a:rect b="b" l="l" r="r" t="t"/>
              <a:pathLst>
                <a:path extrusionOk="0" h="124" w="123">
                  <a:moveTo>
                    <a:pt x="123" y="62"/>
                  </a:moveTo>
                  <a:cubicBezTo>
                    <a:pt x="123" y="96"/>
                    <a:pt x="94" y="124"/>
                    <a:pt x="61" y="124"/>
                  </a:cubicBezTo>
                  <a:cubicBezTo>
                    <a:pt x="27" y="123"/>
                    <a:pt x="0" y="95"/>
                    <a:pt x="0" y="62"/>
                  </a:cubicBezTo>
                  <a:cubicBezTo>
                    <a:pt x="0" y="27"/>
                    <a:pt x="28" y="0"/>
                    <a:pt x="62" y="1"/>
                  </a:cubicBezTo>
                  <a:cubicBezTo>
                    <a:pt x="96" y="1"/>
                    <a:pt x="123" y="28"/>
                    <a:pt x="123" y="62"/>
                  </a:cubicBezTo>
                  <a:close/>
                  <a:moveTo>
                    <a:pt x="94" y="62"/>
                  </a:moveTo>
                  <a:cubicBezTo>
                    <a:pt x="94" y="44"/>
                    <a:pt x="78" y="29"/>
                    <a:pt x="61" y="29"/>
                  </a:cubicBezTo>
                  <a:cubicBezTo>
                    <a:pt x="43" y="30"/>
                    <a:pt x="30" y="44"/>
                    <a:pt x="30" y="62"/>
                  </a:cubicBezTo>
                  <a:cubicBezTo>
                    <a:pt x="29" y="79"/>
                    <a:pt x="43" y="93"/>
                    <a:pt x="60" y="94"/>
                  </a:cubicBezTo>
                  <a:cubicBezTo>
                    <a:pt x="79" y="94"/>
                    <a:pt x="94" y="80"/>
                    <a:pt x="94" y="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>
              <a:off x="5591176" y="3109913"/>
              <a:ext cx="300038" cy="311150"/>
            </a:xfrm>
            <a:custGeom>
              <a:rect b="b" l="l" r="r" t="t"/>
              <a:pathLst>
                <a:path extrusionOk="0" h="100" w="97">
                  <a:moveTo>
                    <a:pt x="27" y="50"/>
                  </a:moveTo>
                  <a:cubicBezTo>
                    <a:pt x="22" y="44"/>
                    <a:pt x="17" y="39"/>
                    <a:pt x="13" y="35"/>
                  </a:cubicBezTo>
                  <a:cubicBezTo>
                    <a:pt x="9" y="30"/>
                    <a:pt x="5" y="26"/>
                    <a:pt x="0" y="21"/>
                  </a:cubicBezTo>
                  <a:cubicBezTo>
                    <a:pt x="7" y="15"/>
                    <a:pt x="13" y="10"/>
                    <a:pt x="21" y="3"/>
                  </a:cubicBezTo>
                  <a:cubicBezTo>
                    <a:pt x="29" y="10"/>
                    <a:pt x="39" y="19"/>
                    <a:pt x="49" y="28"/>
                  </a:cubicBezTo>
                  <a:cubicBezTo>
                    <a:pt x="58" y="19"/>
                    <a:pt x="68" y="10"/>
                    <a:pt x="78" y="0"/>
                  </a:cubicBezTo>
                  <a:cubicBezTo>
                    <a:pt x="85" y="7"/>
                    <a:pt x="90" y="13"/>
                    <a:pt x="97" y="21"/>
                  </a:cubicBezTo>
                  <a:cubicBezTo>
                    <a:pt x="88" y="30"/>
                    <a:pt x="79" y="39"/>
                    <a:pt x="70" y="50"/>
                  </a:cubicBezTo>
                  <a:cubicBezTo>
                    <a:pt x="79" y="59"/>
                    <a:pt x="87" y="68"/>
                    <a:pt x="97" y="78"/>
                  </a:cubicBezTo>
                  <a:cubicBezTo>
                    <a:pt x="90" y="85"/>
                    <a:pt x="83" y="91"/>
                    <a:pt x="76" y="97"/>
                  </a:cubicBezTo>
                  <a:cubicBezTo>
                    <a:pt x="67" y="89"/>
                    <a:pt x="58" y="80"/>
                    <a:pt x="48" y="71"/>
                  </a:cubicBezTo>
                  <a:cubicBezTo>
                    <a:pt x="39" y="80"/>
                    <a:pt x="30" y="89"/>
                    <a:pt x="18" y="100"/>
                  </a:cubicBezTo>
                  <a:cubicBezTo>
                    <a:pt x="13" y="92"/>
                    <a:pt x="8" y="85"/>
                    <a:pt x="2" y="77"/>
                  </a:cubicBezTo>
                  <a:cubicBezTo>
                    <a:pt x="9" y="69"/>
                    <a:pt x="18" y="60"/>
                    <a:pt x="27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1"/>
          <p:cNvGrpSpPr/>
          <p:nvPr/>
        </p:nvGrpSpPr>
        <p:grpSpPr>
          <a:xfrm>
            <a:off x="4673729" y="4054097"/>
            <a:ext cx="680437" cy="541256"/>
            <a:chOff x="3665538" y="1665288"/>
            <a:chExt cx="3702051" cy="2944812"/>
          </a:xfrm>
        </p:grpSpPr>
        <p:sp>
          <p:nvSpPr>
            <p:cNvPr id="329" name="Google Shape;329;p1"/>
            <p:cNvSpPr/>
            <p:nvPr/>
          </p:nvSpPr>
          <p:spPr>
            <a:xfrm>
              <a:off x="4392613" y="3819525"/>
              <a:ext cx="1006474" cy="790575"/>
            </a:xfrm>
            <a:custGeom>
              <a:rect b="b" l="l" r="r" t="t"/>
              <a:pathLst>
                <a:path extrusionOk="0" h="628" w="806">
                  <a:moveTo>
                    <a:pt x="404" y="628"/>
                  </a:moveTo>
                  <a:cubicBezTo>
                    <a:pt x="349" y="618"/>
                    <a:pt x="316" y="582"/>
                    <a:pt x="285" y="538"/>
                  </a:cubicBezTo>
                  <a:cubicBezTo>
                    <a:pt x="196" y="409"/>
                    <a:pt x="104" y="282"/>
                    <a:pt x="13" y="154"/>
                  </a:cubicBezTo>
                  <a:cubicBezTo>
                    <a:pt x="9" y="148"/>
                    <a:pt x="5" y="143"/>
                    <a:pt x="0" y="135"/>
                  </a:cubicBezTo>
                  <a:cubicBezTo>
                    <a:pt x="27" y="126"/>
                    <a:pt x="52" y="119"/>
                    <a:pt x="77" y="111"/>
                  </a:cubicBezTo>
                  <a:cubicBezTo>
                    <a:pt x="188" y="75"/>
                    <a:pt x="299" y="41"/>
                    <a:pt x="410" y="5"/>
                  </a:cubicBezTo>
                  <a:cubicBezTo>
                    <a:pt x="425" y="0"/>
                    <a:pt x="433" y="2"/>
                    <a:pt x="442" y="15"/>
                  </a:cubicBezTo>
                  <a:cubicBezTo>
                    <a:pt x="501" y="104"/>
                    <a:pt x="561" y="191"/>
                    <a:pt x="620" y="279"/>
                  </a:cubicBezTo>
                  <a:cubicBezTo>
                    <a:pt x="654" y="329"/>
                    <a:pt x="699" y="366"/>
                    <a:pt x="756" y="389"/>
                  </a:cubicBezTo>
                  <a:cubicBezTo>
                    <a:pt x="790" y="403"/>
                    <a:pt x="806" y="428"/>
                    <a:pt x="804" y="464"/>
                  </a:cubicBezTo>
                  <a:cubicBezTo>
                    <a:pt x="803" y="495"/>
                    <a:pt x="783" y="519"/>
                    <a:pt x="750" y="530"/>
                  </a:cubicBezTo>
                  <a:cubicBezTo>
                    <a:pt x="655" y="560"/>
                    <a:pt x="560" y="590"/>
                    <a:pt x="465" y="620"/>
                  </a:cubicBezTo>
                  <a:cubicBezTo>
                    <a:pt x="455" y="623"/>
                    <a:pt x="446" y="625"/>
                    <a:pt x="436" y="628"/>
                  </a:cubicBezTo>
                  <a:cubicBezTo>
                    <a:pt x="425" y="628"/>
                    <a:pt x="415" y="628"/>
                    <a:pt x="404" y="6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>
              <a:off x="4730750" y="1665288"/>
              <a:ext cx="1763714" cy="2030412"/>
            </a:xfrm>
            <a:custGeom>
              <a:rect b="b" l="l" r="r" t="t"/>
              <a:pathLst>
                <a:path extrusionOk="0" h="1613" w="1413">
                  <a:moveTo>
                    <a:pt x="0" y="723"/>
                  </a:moveTo>
                  <a:cubicBezTo>
                    <a:pt x="359" y="555"/>
                    <a:pt x="648" y="300"/>
                    <a:pt x="906" y="0"/>
                  </a:cubicBezTo>
                  <a:cubicBezTo>
                    <a:pt x="1075" y="539"/>
                    <a:pt x="1244" y="1074"/>
                    <a:pt x="1413" y="1613"/>
                  </a:cubicBezTo>
                  <a:cubicBezTo>
                    <a:pt x="1031" y="1516"/>
                    <a:pt x="648" y="1473"/>
                    <a:pt x="257" y="1540"/>
                  </a:cubicBezTo>
                  <a:cubicBezTo>
                    <a:pt x="171" y="1267"/>
                    <a:pt x="86" y="996"/>
                    <a:pt x="0" y="7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3665538" y="2630488"/>
              <a:ext cx="1211263" cy="1266826"/>
            </a:xfrm>
            <a:custGeom>
              <a:rect b="b" l="l" r="r" t="t"/>
              <a:pathLst>
                <a:path extrusionOk="0" h="1006" w="970">
                  <a:moveTo>
                    <a:pt x="713" y="0"/>
                  </a:moveTo>
                  <a:cubicBezTo>
                    <a:pt x="799" y="274"/>
                    <a:pt x="884" y="544"/>
                    <a:pt x="970" y="817"/>
                  </a:cubicBezTo>
                  <a:cubicBezTo>
                    <a:pt x="920" y="832"/>
                    <a:pt x="873" y="847"/>
                    <a:pt x="825" y="862"/>
                  </a:cubicBezTo>
                  <a:cubicBezTo>
                    <a:pt x="731" y="891"/>
                    <a:pt x="638" y="926"/>
                    <a:pt x="541" y="948"/>
                  </a:cubicBezTo>
                  <a:cubicBezTo>
                    <a:pt x="297" y="1006"/>
                    <a:pt x="58" y="835"/>
                    <a:pt x="26" y="587"/>
                  </a:cubicBezTo>
                  <a:cubicBezTo>
                    <a:pt x="0" y="381"/>
                    <a:pt x="121" y="190"/>
                    <a:pt x="318" y="125"/>
                  </a:cubicBezTo>
                  <a:cubicBezTo>
                    <a:pt x="449" y="83"/>
                    <a:pt x="580" y="42"/>
                    <a:pt x="7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"/>
            <p:cNvSpPr/>
            <p:nvPr/>
          </p:nvSpPr>
          <p:spPr>
            <a:xfrm>
              <a:off x="6461125" y="1676400"/>
              <a:ext cx="906464" cy="1601788"/>
            </a:xfrm>
            <a:custGeom>
              <a:rect b="b" l="l" r="r" t="t"/>
              <a:pathLst>
                <a:path extrusionOk="0" h="1272" w="726">
                  <a:moveTo>
                    <a:pt x="487" y="1272"/>
                  </a:moveTo>
                  <a:cubicBezTo>
                    <a:pt x="432" y="1243"/>
                    <a:pt x="378" y="1215"/>
                    <a:pt x="322" y="1185"/>
                  </a:cubicBezTo>
                  <a:cubicBezTo>
                    <a:pt x="414" y="999"/>
                    <a:pt x="434" y="807"/>
                    <a:pt x="371" y="609"/>
                  </a:cubicBezTo>
                  <a:cubicBezTo>
                    <a:pt x="309" y="412"/>
                    <a:pt x="183" y="266"/>
                    <a:pt x="0" y="166"/>
                  </a:cubicBezTo>
                  <a:cubicBezTo>
                    <a:pt x="29" y="110"/>
                    <a:pt x="58" y="55"/>
                    <a:pt x="87" y="0"/>
                  </a:cubicBezTo>
                  <a:cubicBezTo>
                    <a:pt x="559" y="240"/>
                    <a:pt x="726" y="828"/>
                    <a:pt x="487" y="12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"/>
            <p:cNvSpPr/>
            <p:nvPr/>
          </p:nvSpPr>
          <p:spPr>
            <a:xfrm>
              <a:off x="6276975" y="2039938"/>
              <a:ext cx="639764" cy="1049336"/>
            </a:xfrm>
            <a:custGeom>
              <a:rect b="b" l="l" r="r" t="t"/>
              <a:pathLst>
                <a:path extrusionOk="0" h="833" w="513">
                  <a:moveTo>
                    <a:pt x="185" y="748"/>
                  </a:moveTo>
                  <a:cubicBezTo>
                    <a:pt x="239" y="639"/>
                    <a:pt x="250" y="529"/>
                    <a:pt x="214" y="416"/>
                  </a:cubicBezTo>
                  <a:cubicBezTo>
                    <a:pt x="178" y="303"/>
                    <a:pt x="106" y="219"/>
                    <a:pt x="0" y="161"/>
                  </a:cubicBezTo>
                  <a:cubicBezTo>
                    <a:pt x="29" y="107"/>
                    <a:pt x="56" y="53"/>
                    <a:pt x="84" y="0"/>
                  </a:cubicBezTo>
                  <a:cubicBezTo>
                    <a:pt x="375" y="139"/>
                    <a:pt x="513" y="525"/>
                    <a:pt x="347" y="833"/>
                  </a:cubicBezTo>
                  <a:cubicBezTo>
                    <a:pt x="294" y="805"/>
                    <a:pt x="241" y="777"/>
                    <a:pt x="185" y="7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"/>
          <p:cNvSpPr txBox="1"/>
          <p:nvPr/>
        </p:nvSpPr>
        <p:spPr>
          <a:xfrm>
            <a:off x="342900" y="4761934"/>
            <a:ext cx="8524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82F39"/>
                </a:solidFill>
                <a:latin typeface="Arial"/>
                <a:ea typeface="Arial"/>
                <a:cs typeface="Arial"/>
                <a:sym typeface="Arial"/>
              </a:rPr>
              <a:t>http://13.126.170.121/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84848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"/>
          <p:cNvSpPr txBox="1"/>
          <p:nvPr>
            <p:ph type="title"/>
          </p:nvPr>
        </p:nvSpPr>
        <p:spPr>
          <a:xfrm>
            <a:off x="628650" y="54769"/>
            <a:ext cx="78867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lt1"/>
                </a:solidFill>
              </a:rPr>
              <a:t>Technologies </a:t>
            </a:r>
            <a:endParaRPr/>
          </a:p>
        </p:txBody>
      </p:sp>
      <p:sp>
        <p:nvSpPr>
          <p:cNvPr id="340" name="Google Shape;340;p2"/>
          <p:cNvSpPr txBox="1"/>
          <p:nvPr>
            <p:ph idx="11" type="ftr"/>
          </p:nvPr>
        </p:nvSpPr>
        <p:spPr>
          <a:xfrm>
            <a:off x="2271713" y="3575447"/>
            <a:ext cx="23145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Designed by PoweredTemplate</a:t>
            </a:r>
            <a:endParaRPr/>
          </a:p>
        </p:txBody>
      </p:sp>
      <p:grpSp>
        <p:nvGrpSpPr>
          <p:cNvPr id="341" name="Google Shape;341;p2"/>
          <p:cNvGrpSpPr/>
          <p:nvPr/>
        </p:nvGrpSpPr>
        <p:grpSpPr>
          <a:xfrm>
            <a:off x="199697" y="1200341"/>
            <a:ext cx="9101957" cy="3109598"/>
            <a:chOff x="260189" y="1600455"/>
            <a:chExt cx="12135941" cy="4146130"/>
          </a:xfrm>
        </p:grpSpPr>
        <p:grpSp>
          <p:nvGrpSpPr>
            <p:cNvPr id="342" name="Google Shape;342;p2"/>
            <p:cNvGrpSpPr/>
            <p:nvPr/>
          </p:nvGrpSpPr>
          <p:grpSpPr>
            <a:xfrm>
              <a:off x="260189" y="1600455"/>
              <a:ext cx="12135941" cy="4146130"/>
              <a:chOff x="113330" y="1319805"/>
              <a:chExt cx="12135941" cy="4146130"/>
            </a:xfrm>
          </p:grpSpPr>
          <p:grpSp>
            <p:nvGrpSpPr>
              <p:cNvPr id="343" name="Google Shape;343;p2"/>
              <p:cNvGrpSpPr/>
              <p:nvPr/>
            </p:nvGrpSpPr>
            <p:grpSpPr>
              <a:xfrm>
                <a:off x="113330" y="1319805"/>
                <a:ext cx="12135941" cy="4146130"/>
                <a:chOff x="113330" y="1319805"/>
                <a:chExt cx="12135941" cy="4146130"/>
              </a:xfrm>
            </p:grpSpPr>
            <p:sp>
              <p:nvSpPr>
                <p:cNvPr id="344" name="Google Shape;344;p2"/>
                <p:cNvSpPr/>
                <p:nvPr/>
              </p:nvSpPr>
              <p:spPr>
                <a:xfrm rot="5400000">
                  <a:off x="3208046" y="2261233"/>
                  <a:ext cx="2706642" cy="865620"/>
                </a:xfrm>
                <a:prstGeom prst="flowChartTerminator">
                  <a:avLst/>
                </a:prstGeom>
                <a:solidFill>
                  <a:srgbClr val="FEE599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5" name="Google Shape;345;p2"/>
                <p:cNvGrpSpPr/>
                <p:nvPr/>
              </p:nvGrpSpPr>
              <p:grpSpPr>
                <a:xfrm>
                  <a:off x="113330" y="1319805"/>
                  <a:ext cx="12135941" cy="4146130"/>
                  <a:chOff x="113330" y="1319805"/>
                  <a:chExt cx="12135941" cy="4146130"/>
                </a:xfrm>
              </p:grpSpPr>
              <p:grpSp>
                <p:nvGrpSpPr>
                  <p:cNvPr id="346" name="Google Shape;346;p2"/>
                  <p:cNvGrpSpPr/>
                  <p:nvPr/>
                </p:nvGrpSpPr>
                <p:grpSpPr>
                  <a:xfrm>
                    <a:off x="3934718" y="1319805"/>
                    <a:ext cx="4110511" cy="4146130"/>
                    <a:chOff x="3934718" y="1689146"/>
                    <a:chExt cx="4110511" cy="4146130"/>
                  </a:xfrm>
                </p:grpSpPr>
                <p:sp>
                  <p:nvSpPr>
                    <p:cNvPr id="347" name="Google Shape;347;p2"/>
                    <p:cNvSpPr/>
                    <p:nvPr/>
                  </p:nvSpPr>
                  <p:spPr>
                    <a:xfrm>
                      <a:off x="5324005" y="1869420"/>
                      <a:ext cx="2706642" cy="865620"/>
                    </a:xfrm>
                    <a:prstGeom prst="flowChartTerminator">
                      <a:avLst/>
                    </a:prstGeom>
                    <a:solidFill>
                      <a:srgbClr val="F7CAAC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8" name="Google Shape;348;p2"/>
                    <p:cNvSpPr/>
                    <p:nvPr/>
                  </p:nvSpPr>
                  <p:spPr>
                    <a:xfrm>
                      <a:off x="6771475" y="1689146"/>
                      <a:ext cx="1272300" cy="1272300"/>
                    </a:xfrm>
                    <a:prstGeom prst="flowChartConnector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ffectLst>
                      <a:outerShdw blurRad="50800" sx="75000" rotWithShape="0" algn="tl" dir="2700000" dist="622300" sy="75000">
                        <a:schemeClr val="dk1">
                          <a:alpha val="24313"/>
                        </a:schemeClr>
                      </a:outerShdw>
                    </a:effectLst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9" name="Google Shape;349;p2"/>
                    <p:cNvSpPr/>
                    <p:nvPr/>
                  </p:nvSpPr>
                  <p:spPr>
                    <a:xfrm rot="5400000">
                      <a:off x="6055703" y="4039104"/>
                      <a:ext cx="2706642" cy="865620"/>
                    </a:xfrm>
                    <a:prstGeom prst="flowChartTerminator">
                      <a:avLst/>
                    </a:prstGeom>
                    <a:solidFill>
                      <a:srgbClr val="C4E0B2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0" name="Google Shape;350;p2"/>
                    <p:cNvSpPr/>
                    <p:nvPr/>
                  </p:nvSpPr>
                  <p:spPr>
                    <a:xfrm>
                      <a:off x="6772929" y="4562771"/>
                      <a:ext cx="1272300" cy="1272300"/>
                    </a:xfrm>
                    <a:prstGeom prst="flowChartConnector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  <a:effectLst>
                      <a:outerShdw blurRad="50800" sx="75000" rotWithShape="0" algn="tl" dir="2700000" dist="622300" sy="75000">
                        <a:schemeClr val="dk1">
                          <a:alpha val="24313"/>
                        </a:schemeClr>
                      </a:outerShdw>
                    </a:effectLst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1" name="Google Shape;351;p2"/>
                    <p:cNvSpPr/>
                    <p:nvPr/>
                  </p:nvSpPr>
                  <p:spPr>
                    <a:xfrm rot="10800000">
                      <a:off x="3942298" y="4773198"/>
                      <a:ext cx="2706642" cy="865620"/>
                    </a:xfrm>
                    <a:prstGeom prst="flowChartTerminator">
                      <a:avLst/>
                    </a:prstGeom>
                    <a:solidFill>
                      <a:srgbClr val="BBD6EE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" name="Google Shape;352;p2"/>
                    <p:cNvSpPr/>
                    <p:nvPr/>
                  </p:nvSpPr>
                  <p:spPr>
                    <a:xfrm>
                      <a:off x="3934718" y="4562976"/>
                      <a:ext cx="1272300" cy="1272300"/>
                    </a:xfrm>
                    <a:prstGeom prst="flowChartConnector">
                      <a:avLst/>
                    </a:pr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0800" sx="75000" rotWithShape="0" algn="tl" dir="2700000" dist="622300" sy="75000">
                        <a:schemeClr val="dk1">
                          <a:alpha val="24313"/>
                        </a:schemeClr>
                      </a:outerShdw>
                    </a:effectLst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353" name="Google Shape;353;p2"/>
                  <p:cNvGrpSpPr/>
                  <p:nvPr/>
                </p:nvGrpSpPr>
                <p:grpSpPr>
                  <a:xfrm>
                    <a:off x="8043684" y="1447453"/>
                    <a:ext cx="4205586" cy="1201980"/>
                    <a:chOff x="8096409" y="2679487"/>
                    <a:chExt cx="4205586" cy="1201980"/>
                  </a:xfrm>
                </p:grpSpPr>
                <p:sp>
                  <p:nvSpPr>
                    <p:cNvPr id="354" name="Google Shape;354;p2"/>
                    <p:cNvSpPr txBox="1"/>
                    <p:nvPr/>
                  </p:nvSpPr>
                  <p:spPr>
                    <a:xfrm>
                      <a:off x="8096409" y="2679487"/>
                      <a:ext cx="1451100" cy="1200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400"/>
                        <a:buFont typeface="Arial"/>
                        <a:buNone/>
                      </a:pPr>
                      <a:r>
                        <a:rPr b="0" i="0" lang="en-US" sz="5400" u="none" cap="none" strike="noStrike">
                          <a:solidFill>
                            <a:srgbClr val="F7CAAC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02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55" name="Google Shape;355;p2"/>
                    <p:cNvSpPr txBox="1"/>
                    <p:nvPr/>
                  </p:nvSpPr>
                  <p:spPr>
                    <a:xfrm>
                      <a:off x="9440633" y="3050467"/>
                      <a:ext cx="2861363" cy="83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</a:t>
                      </a:r>
                      <a:r>
                        <a:rPr b="0" i="0" lang="en-US" sz="1400" u="none" cap="none" strike="noStrike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logic is developed in TypeScript languages under </a:t>
                      </a:r>
                      <a:r>
                        <a:rPr lang="en-US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 Js</a:t>
                      </a:r>
                      <a:r>
                        <a:rPr b="0" i="0" lang="en-US" sz="1400" u="none" cap="none" strike="noStrike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</a:t>
                      </a:r>
                      <a:r>
                        <a:rPr b="0" i="0" lang="en-US" sz="1400" u="none" cap="none" strike="noStrike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56" name="Google Shape;356;p2"/>
                    <p:cNvSpPr txBox="1"/>
                    <p:nvPr/>
                  </p:nvSpPr>
                  <p:spPr>
                    <a:xfrm>
                      <a:off x="9440634" y="2702080"/>
                      <a:ext cx="1818900" cy="400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TypeScript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57" name="Google Shape;357;p2"/>
                  <p:cNvGrpSpPr/>
                  <p:nvPr/>
                </p:nvGrpSpPr>
                <p:grpSpPr>
                  <a:xfrm>
                    <a:off x="113330" y="4248919"/>
                    <a:ext cx="3840337" cy="1203548"/>
                    <a:chOff x="-9253" y="600113"/>
                    <a:chExt cx="3840337" cy="1203548"/>
                  </a:xfrm>
                </p:grpSpPr>
                <p:sp>
                  <p:nvSpPr>
                    <p:cNvPr id="358" name="Google Shape;358;p2"/>
                    <p:cNvSpPr txBox="1"/>
                    <p:nvPr/>
                  </p:nvSpPr>
                  <p:spPr>
                    <a:xfrm>
                      <a:off x="2379984" y="603361"/>
                      <a:ext cx="1451100" cy="1200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400"/>
                        <a:buFont typeface="Arial"/>
                        <a:buNone/>
                      </a:pPr>
                      <a:r>
                        <a:rPr b="0" i="0" lang="en-US" sz="5400" u="none" cap="none" strike="noStrike">
                          <a:solidFill>
                            <a:srgbClr val="BBD6EE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04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59" name="Google Shape;359;p2"/>
                    <p:cNvSpPr txBox="1"/>
                    <p:nvPr/>
                  </p:nvSpPr>
                  <p:spPr>
                    <a:xfrm>
                      <a:off x="-9253" y="948500"/>
                      <a:ext cx="2397137" cy="83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 end is developed by Angular 10 with Bootstrap and material design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0" name="Google Shape;360;p2"/>
                    <p:cNvSpPr txBox="1"/>
                    <p:nvPr/>
                  </p:nvSpPr>
                  <p:spPr>
                    <a:xfrm>
                      <a:off x="562684" y="600113"/>
                      <a:ext cx="1825200" cy="400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Angular 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61" name="Google Shape;361;p2"/>
                  <p:cNvGrpSpPr/>
                  <p:nvPr/>
                </p:nvGrpSpPr>
                <p:grpSpPr>
                  <a:xfrm>
                    <a:off x="8043684" y="4252167"/>
                    <a:ext cx="3995382" cy="1201980"/>
                    <a:chOff x="8093764" y="1744431"/>
                    <a:chExt cx="3995382" cy="1201980"/>
                  </a:xfrm>
                </p:grpSpPr>
                <p:sp>
                  <p:nvSpPr>
                    <p:cNvPr id="362" name="Google Shape;362;p2"/>
                    <p:cNvSpPr txBox="1"/>
                    <p:nvPr/>
                  </p:nvSpPr>
                  <p:spPr>
                    <a:xfrm>
                      <a:off x="8093764" y="1744431"/>
                      <a:ext cx="1451100" cy="1200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400"/>
                        <a:buFont typeface="Arial"/>
                        <a:buNone/>
                      </a:pPr>
                      <a:r>
                        <a:rPr b="0" i="0" lang="en-US" sz="5400" u="none" cap="none" strike="noStrike">
                          <a:solidFill>
                            <a:srgbClr val="C4E0B2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03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3" name="Google Shape;363;p2"/>
                    <p:cNvSpPr txBox="1"/>
                    <p:nvPr/>
                  </p:nvSpPr>
                  <p:spPr>
                    <a:xfrm>
                      <a:off x="9437989" y="2115411"/>
                      <a:ext cx="2651157" cy="831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coding is  in </a:t>
                      </a:r>
                      <a:r>
                        <a:rPr lang="en-US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 Js</a:t>
                      </a:r>
                      <a:r>
                        <a:rPr b="0" i="0" lang="en-US" sz="1400" u="none" cap="none" strike="noStrike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framework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4" name="Google Shape;364;p2"/>
                    <p:cNvSpPr txBox="1"/>
                    <p:nvPr/>
                  </p:nvSpPr>
                  <p:spPr>
                    <a:xfrm>
                      <a:off x="9437989" y="1767024"/>
                      <a:ext cx="1818900" cy="400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8D8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sp>
            <p:nvSpPr>
              <p:cNvPr id="365" name="Google Shape;365;p2"/>
              <p:cNvSpPr/>
              <p:nvPr/>
            </p:nvSpPr>
            <p:spPr>
              <a:xfrm>
                <a:off x="3942315" y="1323643"/>
                <a:ext cx="1272300" cy="1272300"/>
              </a:xfrm>
              <a:prstGeom prst="flowChartConnector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0800" sx="75000" rotWithShape="0" algn="tl" dir="2700000" dist="622300" sy="75000">
                  <a:schemeClr val="dk1">
                    <a:alpha val="24313"/>
                  </a:scheme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2"/>
            <p:cNvGrpSpPr/>
            <p:nvPr/>
          </p:nvGrpSpPr>
          <p:grpSpPr>
            <a:xfrm>
              <a:off x="470395" y="1719579"/>
              <a:ext cx="3636203" cy="1203548"/>
              <a:chOff x="470395" y="1719579"/>
              <a:chExt cx="3636203" cy="1203548"/>
            </a:xfrm>
          </p:grpSpPr>
          <p:sp>
            <p:nvSpPr>
              <p:cNvPr id="367" name="Google Shape;367;p2"/>
              <p:cNvSpPr txBox="1"/>
              <p:nvPr/>
            </p:nvSpPr>
            <p:spPr>
              <a:xfrm>
                <a:off x="2655498" y="1722827"/>
                <a:ext cx="1451100" cy="12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400"/>
                  <a:buFont typeface="Arial"/>
                  <a:buNone/>
                </a:pPr>
                <a:r>
                  <a:rPr b="0" i="0" lang="en-US" sz="5400" u="none" cap="none" strike="noStrike">
                    <a:solidFill>
                      <a:srgbClr val="FEE599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01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"/>
              <p:cNvSpPr txBox="1"/>
              <p:nvPr/>
            </p:nvSpPr>
            <p:spPr>
              <a:xfrm>
                <a:off x="470395" y="2067966"/>
                <a:ext cx="2193006" cy="8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D8D8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database of the application is  used  by Mysql.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"/>
              <p:cNvSpPr txBox="1"/>
              <p:nvPr/>
            </p:nvSpPr>
            <p:spPr>
              <a:xfrm>
                <a:off x="838200" y="1719579"/>
                <a:ext cx="1825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1" i="0" lang="en-US" sz="1500" u="none" cap="none" strike="noStrike">
                    <a:solidFill>
                      <a:srgbClr val="D8D8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Mysql 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84848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"/>
          <p:cNvSpPr txBox="1"/>
          <p:nvPr>
            <p:ph type="title"/>
          </p:nvPr>
        </p:nvSpPr>
        <p:spPr>
          <a:xfrm>
            <a:off x="628650" y="45720"/>
            <a:ext cx="7886700" cy="7015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lt1"/>
                </a:solidFill>
              </a:rPr>
              <a:t>User module</a:t>
            </a:r>
            <a:endParaRPr sz="1100"/>
          </a:p>
        </p:txBody>
      </p:sp>
      <p:grpSp>
        <p:nvGrpSpPr>
          <p:cNvPr id="375" name="Google Shape;375;p3"/>
          <p:cNvGrpSpPr/>
          <p:nvPr/>
        </p:nvGrpSpPr>
        <p:grpSpPr>
          <a:xfrm>
            <a:off x="599643" y="870475"/>
            <a:ext cx="7942255" cy="3896787"/>
            <a:chOff x="799524" y="1343196"/>
            <a:chExt cx="10589673" cy="5195716"/>
          </a:xfrm>
        </p:grpSpPr>
        <p:grpSp>
          <p:nvGrpSpPr>
            <p:cNvPr id="376" name="Google Shape;376;p3"/>
            <p:cNvGrpSpPr/>
            <p:nvPr/>
          </p:nvGrpSpPr>
          <p:grpSpPr>
            <a:xfrm>
              <a:off x="802803" y="1343196"/>
              <a:ext cx="10586394" cy="5195716"/>
              <a:chOff x="990776" y="1020950"/>
              <a:chExt cx="10586395" cy="5195716"/>
            </a:xfrm>
          </p:grpSpPr>
          <p:grpSp>
            <p:nvGrpSpPr>
              <p:cNvPr id="377" name="Google Shape;377;p3"/>
              <p:cNvGrpSpPr/>
              <p:nvPr/>
            </p:nvGrpSpPr>
            <p:grpSpPr>
              <a:xfrm>
                <a:off x="990776" y="2198473"/>
                <a:ext cx="7170328" cy="4018193"/>
                <a:chOff x="1161959" y="2083169"/>
                <a:chExt cx="7374824" cy="4132792"/>
              </a:xfrm>
            </p:grpSpPr>
            <p:sp>
              <p:nvSpPr>
                <p:cNvPr id="378" name="Google Shape;378;p3"/>
                <p:cNvSpPr/>
                <p:nvPr/>
              </p:nvSpPr>
              <p:spPr>
                <a:xfrm>
                  <a:off x="1168435" y="4168886"/>
                  <a:ext cx="7368348" cy="2047075"/>
                </a:xfrm>
                <a:prstGeom prst="ellipse">
                  <a:avLst/>
                </a:prstGeom>
                <a:solidFill>
                  <a:schemeClr val="dk1">
                    <a:alpha val="49019"/>
                  </a:schemeClr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9" name="Google Shape;379;p3"/>
                <p:cNvGrpSpPr/>
                <p:nvPr/>
              </p:nvGrpSpPr>
              <p:grpSpPr>
                <a:xfrm>
                  <a:off x="1161959" y="2083169"/>
                  <a:ext cx="7368347" cy="3879750"/>
                  <a:chOff x="1360741" y="1735300"/>
                  <a:chExt cx="7368348" cy="3879750"/>
                </a:xfrm>
              </p:grpSpPr>
              <p:grpSp>
                <p:nvGrpSpPr>
                  <p:cNvPr id="380" name="Google Shape;380;p3"/>
                  <p:cNvGrpSpPr/>
                  <p:nvPr/>
                </p:nvGrpSpPr>
                <p:grpSpPr>
                  <a:xfrm>
                    <a:off x="1360741" y="3249517"/>
                    <a:ext cx="7368348" cy="2365533"/>
                    <a:chOff x="1360741" y="3249517"/>
                    <a:chExt cx="7368348" cy="2365533"/>
                  </a:xfrm>
                </p:grpSpPr>
                <p:grpSp>
                  <p:nvGrpSpPr>
                    <p:cNvPr id="381" name="Google Shape;381;p3"/>
                    <p:cNvGrpSpPr/>
                    <p:nvPr/>
                  </p:nvGrpSpPr>
                  <p:grpSpPr>
                    <a:xfrm>
                      <a:off x="1360741" y="3249517"/>
                      <a:ext cx="7368348" cy="2365533"/>
                      <a:chOff x="1360741" y="3249517"/>
                      <a:chExt cx="7368348" cy="2365533"/>
                    </a:xfrm>
                  </p:grpSpPr>
                  <p:grpSp>
                    <p:nvGrpSpPr>
                      <p:cNvPr id="382" name="Google Shape;382;p3"/>
                      <p:cNvGrpSpPr/>
                      <p:nvPr/>
                    </p:nvGrpSpPr>
                    <p:grpSpPr>
                      <a:xfrm>
                        <a:off x="2719196" y="3249517"/>
                        <a:ext cx="4679918" cy="1092421"/>
                        <a:chOff x="2719196" y="3249517"/>
                        <a:chExt cx="4679918" cy="1092421"/>
                      </a:xfrm>
                    </p:grpSpPr>
                    <p:sp>
                      <p:nvSpPr>
                        <p:cNvPr id="383" name="Google Shape;383;p3"/>
                        <p:cNvSpPr/>
                        <p:nvPr/>
                      </p:nvSpPr>
                      <p:spPr>
                        <a:xfrm>
                          <a:off x="2719196" y="3482784"/>
                          <a:ext cx="2332196" cy="859154"/>
                        </a:xfrm>
                        <a:custGeom>
                          <a:rect b="b" l="l" r="r" t="t"/>
                          <a:pathLst>
                            <a:path extrusionOk="0" h="859154" w="2332196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318195" y="859155"/>
                              </a:lnTo>
                              <a:lnTo>
                                <a:pt x="2332196" y="5766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4" name="Google Shape;384;p3"/>
                        <p:cNvSpPr/>
                        <p:nvPr/>
                      </p:nvSpPr>
                      <p:spPr>
                        <a:xfrm>
                          <a:off x="5037390" y="3489356"/>
                          <a:ext cx="2361723" cy="852582"/>
                        </a:xfrm>
                        <a:custGeom>
                          <a:rect b="b" l="l" r="r" t="t"/>
                          <a:pathLst>
                            <a:path extrusionOk="0" h="852582" w="2361723">
                              <a:moveTo>
                                <a:pt x="2361724" y="0"/>
                              </a:moveTo>
                              <a:lnTo>
                                <a:pt x="2333625" y="282511"/>
                              </a:lnTo>
                              <a:lnTo>
                                <a:pt x="0" y="852583"/>
                              </a:lnTo>
                              <a:lnTo>
                                <a:pt x="14002" y="57007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5" name="Google Shape;385;p3"/>
                        <p:cNvSpPr/>
                        <p:nvPr/>
                      </p:nvSpPr>
                      <p:spPr>
                        <a:xfrm>
                          <a:off x="2733198" y="3249517"/>
                          <a:ext cx="4665916" cy="809910"/>
                        </a:xfrm>
                        <a:custGeom>
                          <a:rect b="b" l="l" r="r" t="t"/>
                          <a:pathLst>
                            <a:path extrusionOk="0" h="809910" w="4665916">
                              <a:moveTo>
                                <a:pt x="4665917" y="239839"/>
                              </a:moveTo>
                              <a:lnTo>
                                <a:pt x="2318195" y="809911"/>
                              </a:lnTo>
                              <a:lnTo>
                                <a:pt x="0" y="233172"/>
                              </a:lnTo>
                              <a:cubicBezTo>
                                <a:pt x="632651" y="87344"/>
                                <a:pt x="1439609" y="0"/>
                                <a:pt x="2318671" y="0"/>
                              </a:cubicBezTo>
                              <a:cubicBezTo>
                                <a:pt x="3211068" y="95"/>
                                <a:pt x="4029075" y="90011"/>
                                <a:pt x="4665917" y="2398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F9000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86" name="Google Shape;386;p3"/>
                      <p:cNvGrpSpPr/>
                      <p:nvPr/>
                    </p:nvGrpSpPr>
                    <p:grpSpPr>
                      <a:xfrm>
                        <a:off x="1360741" y="3524599"/>
                        <a:ext cx="3518915" cy="1583626"/>
                        <a:chOff x="1360741" y="3524599"/>
                        <a:chExt cx="3518915" cy="1583626"/>
                      </a:xfrm>
                    </p:grpSpPr>
                    <p:sp>
                      <p:nvSpPr>
                        <p:cNvPr id="387" name="Google Shape;387;p3"/>
                        <p:cNvSpPr/>
                        <p:nvPr/>
                      </p:nvSpPr>
                      <p:spPr>
                        <a:xfrm>
                          <a:off x="1360741" y="3807206"/>
                          <a:ext cx="3504819" cy="1301019"/>
                        </a:xfrm>
                        <a:custGeom>
                          <a:rect b="b" l="l" r="r" t="t"/>
                          <a:pathLst>
                            <a:path extrusionOk="0" h="1301019" w="3504819">
                              <a:moveTo>
                                <a:pt x="3504819" y="576453"/>
                              </a:moveTo>
                              <a:lnTo>
                                <a:pt x="521017" y="1301020"/>
                              </a:lnTo>
                              <a:cubicBezTo>
                                <a:pt x="190214" y="1144714"/>
                                <a:pt x="0" y="961834"/>
                                <a:pt x="0" y="766381"/>
                              </a:cubicBezTo>
                              <a:lnTo>
                                <a:pt x="1429" y="736187"/>
                              </a:lnTo>
                              <a:lnTo>
                                <a:pt x="14097" y="483965"/>
                              </a:lnTo>
                              <a:cubicBezTo>
                                <a:pt x="14097" y="526828"/>
                                <a:pt x="23241" y="569023"/>
                                <a:pt x="40958" y="610457"/>
                              </a:cubicBezTo>
                              <a:cubicBezTo>
                                <a:pt x="168211" y="370332"/>
                                <a:pt x="584930" y="156972"/>
                                <a:pt x="1187387" y="0"/>
                              </a:cubicBezTo>
                              <a:lnTo>
                                <a:pt x="3504819" y="576453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8" name="Google Shape;388;p3"/>
                        <p:cNvSpPr/>
                        <p:nvPr/>
                      </p:nvSpPr>
                      <p:spPr>
                        <a:xfrm>
                          <a:off x="1881758" y="4101147"/>
                          <a:ext cx="2997898" cy="1007078"/>
                        </a:xfrm>
                        <a:custGeom>
                          <a:rect b="b" l="l" r="r" t="t"/>
                          <a:pathLst>
                            <a:path extrusionOk="0" h="1007078" w="2997898">
                              <a:moveTo>
                                <a:pt x="14002" y="724567"/>
                              </a:moveTo>
                              <a:lnTo>
                                <a:pt x="0" y="1007078"/>
                              </a:lnTo>
                              <a:lnTo>
                                <a:pt x="2983802" y="282512"/>
                              </a:lnTo>
                              <a:lnTo>
                                <a:pt x="2997899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A35622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9" name="Google Shape;389;p3"/>
                        <p:cNvSpPr/>
                        <p:nvPr/>
                      </p:nvSpPr>
                      <p:spPr>
                        <a:xfrm>
                          <a:off x="1374837" y="3524599"/>
                          <a:ext cx="3504818" cy="1301115"/>
                        </a:xfrm>
                        <a:custGeom>
                          <a:rect b="b" l="l" r="r" t="t"/>
                          <a:pathLst>
                            <a:path extrusionOk="0" h="1301115" w="3504818">
                              <a:moveTo>
                                <a:pt x="3504819" y="576548"/>
                              </a:moveTo>
                              <a:lnTo>
                                <a:pt x="521017" y="1301115"/>
                              </a:lnTo>
                              <a:cubicBezTo>
                                <a:pt x="190214" y="1144810"/>
                                <a:pt x="0" y="961930"/>
                                <a:pt x="0" y="766477"/>
                              </a:cubicBezTo>
                              <a:cubicBezTo>
                                <a:pt x="0" y="463296"/>
                                <a:pt x="457295" y="190310"/>
                                <a:pt x="1187291" y="0"/>
                              </a:cubicBezTo>
                              <a:lnTo>
                                <a:pt x="3504819" y="57654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55A11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90" name="Google Shape;390;p3"/>
                      <p:cNvGrpSpPr/>
                      <p:nvPr/>
                    </p:nvGrpSpPr>
                    <p:grpSpPr>
                      <a:xfrm>
                        <a:off x="5208840" y="3532124"/>
                        <a:ext cx="3520249" cy="1588579"/>
                        <a:chOff x="5208840" y="3532124"/>
                        <a:chExt cx="3520249" cy="1588579"/>
                      </a:xfrm>
                    </p:grpSpPr>
                    <p:sp>
                      <p:nvSpPr>
                        <p:cNvPr id="391" name="Google Shape;391;p3"/>
                        <p:cNvSpPr/>
                        <p:nvPr/>
                      </p:nvSpPr>
                      <p:spPr>
                        <a:xfrm>
                          <a:off x="5208840" y="4102100"/>
                          <a:ext cx="2972562" cy="1018508"/>
                        </a:xfrm>
                        <a:custGeom>
                          <a:rect b="b" l="l" r="r" t="t"/>
                          <a:pathLst>
                            <a:path extrusionOk="0" h="1018508" w="2972562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958465" y="1018508"/>
                              </a:lnTo>
                              <a:lnTo>
                                <a:pt x="2972562" y="73599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85623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92" name="Google Shape;392;p3"/>
                        <p:cNvSpPr/>
                        <p:nvPr/>
                      </p:nvSpPr>
                      <p:spPr>
                        <a:xfrm>
                          <a:off x="8167210" y="4320127"/>
                          <a:ext cx="560450" cy="800576"/>
                        </a:xfrm>
                        <a:custGeom>
                          <a:rect b="b" l="l" r="r" t="t"/>
                          <a:pathLst>
                            <a:path extrusionOk="0" h="800576" w="560450">
                              <a:moveTo>
                                <a:pt x="560451" y="0"/>
                              </a:moveTo>
                              <a:lnTo>
                                <a:pt x="547402" y="269081"/>
                              </a:lnTo>
                              <a:cubicBezTo>
                                <a:pt x="537305" y="463867"/>
                                <a:pt x="338233" y="645795"/>
                                <a:pt x="0" y="800576"/>
                              </a:cubicBezTo>
                              <a:lnTo>
                                <a:pt x="14097" y="518065"/>
                              </a:lnTo>
                              <a:cubicBezTo>
                                <a:pt x="269653" y="401098"/>
                                <a:pt x="445675" y="268700"/>
                                <a:pt x="520922" y="126873"/>
                              </a:cubicBezTo>
                              <a:cubicBezTo>
                                <a:pt x="520922" y="126873"/>
                                <a:pt x="520922" y="126873"/>
                                <a:pt x="520922" y="126778"/>
                              </a:cubicBezTo>
                              <a:cubicBezTo>
                                <a:pt x="543020" y="85249"/>
                                <a:pt x="556260" y="42863"/>
                                <a:pt x="56045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6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93" name="Google Shape;393;p3"/>
                        <p:cNvSpPr/>
                        <p:nvPr/>
                      </p:nvSpPr>
                      <p:spPr>
                        <a:xfrm>
                          <a:off x="5222842" y="3532124"/>
                          <a:ext cx="3506247" cy="1306067"/>
                        </a:xfrm>
                        <a:custGeom>
                          <a:rect b="b" l="l" r="r" t="t"/>
                          <a:pathLst>
                            <a:path extrusionOk="0" h="1306067" w="3506247">
                              <a:moveTo>
                                <a:pt x="3506248" y="758952"/>
                              </a:moveTo>
                              <a:lnTo>
                                <a:pt x="3504819" y="788003"/>
                              </a:lnTo>
                              <a:cubicBezTo>
                                <a:pt x="3486436" y="977741"/>
                                <a:pt x="3288983" y="1154811"/>
                                <a:pt x="2958465" y="1306068"/>
                              </a:cubicBezTo>
                              <a:lnTo>
                                <a:pt x="0" y="569976"/>
                              </a:lnTo>
                              <a:lnTo>
                                <a:pt x="2347246" y="0"/>
                              </a:lnTo>
                              <a:cubicBezTo>
                                <a:pt x="3060764" y="189929"/>
                                <a:pt x="3506248" y="459772"/>
                                <a:pt x="3506248" y="75895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548135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94" name="Google Shape;394;p3"/>
                      <p:cNvGrpSpPr/>
                      <p:nvPr/>
                    </p:nvGrpSpPr>
                    <p:grpSpPr>
                      <a:xfrm>
                        <a:off x="2005107" y="4143724"/>
                        <a:ext cx="6051613" cy="1471326"/>
                        <a:chOff x="2005107" y="4143724"/>
                        <a:chExt cx="6051613" cy="1471326"/>
                      </a:xfrm>
                    </p:grpSpPr>
                    <p:sp>
                      <p:nvSpPr>
                        <p:cNvPr id="395" name="Google Shape;395;p3"/>
                        <p:cNvSpPr/>
                        <p:nvPr/>
                      </p:nvSpPr>
                      <p:spPr>
                        <a:xfrm>
                          <a:off x="2005107" y="4426235"/>
                          <a:ext cx="6051613" cy="1188815"/>
                        </a:xfrm>
                        <a:custGeom>
                          <a:rect b="b" l="l" r="r" t="t"/>
                          <a:pathLst>
                            <a:path extrusionOk="0" h="1188815" w="6051613">
                              <a:moveTo>
                                <a:pt x="4893183" y="463105"/>
                              </a:moveTo>
                              <a:lnTo>
                                <a:pt x="3031903" y="0"/>
                              </a:lnTo>
                              <a:lnTo>
                                <a:pt x="1154335" y="456057"/>
                              </a:lnTo>
                              <a:lnTo>
                                <a:pt x="14097" y="453866"/>
                              </a:lnTo>
                              <a:lnTo>
                                <a:pt x="0" y="736378"/>
                              </a:lnTo>
                              <a:cubicBezTo>
                                <a:pt x="662750" y="1009650"/>
                                <a:pt x="1773936" y="1188815"/>
                                <a:pt x="3032760" y="1188815"/>
                              </a:cubicBezTo>
                              <a:cubicBezTo>
                                <a:pt x="4273963" y="1188815"/>
                                <a:pt x="5371624" y="1014603"/>
                                <a:pt x="6037517" y="747808"/>
                              </a:cubicBezTo>
                              <a:lnTo>
                                <a:pt x="6051614" y="465296"/>
                              </a:lnTo>
                              <a:lnTo>
                                <a:pt x="4893183" y="46310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5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96" name="Google Shape;396;p3"/>
                        <p:cNvSpPr/>
                        <p:nvPr/>
                      </p:nvSpPr>
                      <p:spPr>
                        <a:xfrm>
                          <a:off x="2019108" y="4143724"/>
                          <a:ext cx="6037516" cy="1188815"/>
                        </a:xfrm>
                        <a:custGeom>
                          <a:rect b="b" l="l" r="r" t="t"/>
                          <a:pathLst>
                            <a:path extrusionOk="0" h="1188815" w="6037516">
                              <a:moveTo>
                                <a:pt x="6037517" y="747808"/>
                              </a:moveTo>
                              <a:cubicBezTo>
                                <a:pt x="5371624" y="1014603"/>
                                <a:pt x="4273963" y="1188815"/>
                                <a:pt x="3032760" y="1188815"/>
                              </a:cubicBezTo>
                              <a:cubicBezTo>
                                <a:pt x="1773936" y="1188815"/>
                                <a:pt x="662750" y="1009650"/>
                                <a:pt x="0" y="736378"/>
                              </a:cubicBezTo>
                              <a:lnTo>
                                <a:pt x="3031903" y="0"/>
                              </a:lnTo>
                              <a:lnTo>
                                <a:pt x="6037517" y="7478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E75B5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97" name="Google Shape;397;p3"/>
                    <p:cNvGrpSpPr/>
                    <p:nvPr/>
                  </p:nvGrpSpPr>
                  <p:grpSpPr>
                    <a:xfrm>
                      <a:off x="2229802" y="3452685"/>
                      <a:ext cx="5644038" cy="1589912"/>
                      <a:chOff x="2229802" y="3452685"/>
                      <a:chExt cx="5644038" cy="1589912"/>
                    </a:xfrm>
                  </p:grpSpPr>
                  <p:sp>
                    <p:nvSpPr>
                      <p:cNvPr id="398" name="Google Shape;398;p3"/>
                      <p:cNvSpPr/>
                      <p:nvPr/>
                    </p:nvSpPr>
                    <p:spPr>
                      <a:xfrm>
                        <a:off x="2758629" y="4143819"/>
                        <a:ext cx="4564856" cy="898778"/>
                      </a:xfrm>
                      <a:custGeom>
                        <a:rect b="b" l="l" r="r" t="t"/>
                        <a:pathLst>
                          <a:path extrusionOk="0" h="898778" w="4564856">
                            <a:moveTo>
                              <a:pt x="4564856" y="565309"/>
                            </a:moveTo>
                            <a:cubicBezTo>
                              <a:pt x="4061365" y="767048"/>
                              <a:pt x="3231547" y="898779"/>
                              <a:pt x="2293049" y="898779"/>
                            </a:cubicBezTo>
                            <a:cubicBezTo>
                              <a:pt x="1341311" y="898779"/>
                              <a:pt x="501110" y="763333"/>
                              <a:pt x="0" y="556736"/>
                            </a:cubicBezTo>
                            <a:lnTo>
                              <a:pt x="2292382" y="0"/>
                            </a:lnTo>
                            <a:lnTo>
                              <a:pt x="4564856" y="565309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9" name="Google Shape;399;p3"/>
                      <p:cNvSpPr/>
                      <p:nvPr/>
                    </p:nvSpPr>
                    <p:spPr>
                      <a:xfrm>
                        <a:off x="5222842" y="3670998"/>
                        <a:ext cx="2650998" cy="987552"/>
                      </a:xfrm>
                      <a:custGeom>
                        <a:rect b="b" l="l" r="r" t="t"/>
                        <a:pathLst>
                          <a:path extrusionOk="0" h="987552" w="2650998">
                            <a:moveTo>
                              <a:pt x="2650998" y="573977"/>
                            </a:moveTo>
                            <a:lnTo>
                              <a:pt x="2649950" y="595884"/>
                            </a:lnTo>
                            <a:cubicBezTo>
                              <a:pt x="2636044" y="739330"/>
                              <a:pt x="2486692" y="873252"/>
                              <a:pt x="2236851" y="987552"/>
                            </a:cubicBezTo>
                            <a:lnTo>
                              <a:pt x="0" y="431006"/>
                            </a:lnTo>
                            <a:lnTo>
                              <a:pt x="1774698" y="0"/>
                            </a:lnTo>
                            <a:cubicBezTo>
                              <a:pt x="2314194" y="143732"/>
                              <a:pt x="2650998" y="347663"/>
                              <a:pt x="2650998" y="573977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0" name="Google Shape;400;p3"/>
                      <p:cNvSpPr/>
                      <p:nvPr/>
                    </p:nvSpPr>
                    <p:spPr>
                      <a:xfrm>
                        <a:off x="2229802" y="3665283"/>
                        <a:ext cx="2649950" cy="983741"/>
                      </a:xfrm>
                      <a:custGeom>
                        <a:rect b="b" l="l" r="r" t="t"/>
                        <a:pathLst>
                          <a:path extrusionOk="0" h="983741" w="2649950">
                            <a:moveTo>
                              <a:pt x="2649950" y="435959"/>
                            </a:moveTo>
                            <a:lnTo>
                              <a:pt x="393954" y="983742"/>
                            </a:lnTo>
                            <a:cubicBezTo>
                              <a:pt x="143827" y="865537"/>
                              <a:pt x="0" y="727234"/>
                              <a:pt x="0" y="579501"/>
                            </a:cubicBezTo>
                            <a:cubicBezTo>
                              <a:pt x="0" y="350330"/>
                              <a:pt x="345757" y="143923"/>
                              <a:pt x="897636" y="0"/>
                            </a:cubicBezTo>
                            <a:lnTo>
                              <a:pt x="2649950" y="435959"/>
                            </a:ln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1" name="Google Shape;401;p3"/>
                      <p:cNvSpPr/>
                      <p:nvPr/>
                    </p:nvSpPr>
                    <p:spPr>
                      <a:xfrm>
                        <a:off x="3315270" y="3452685"/>
                        <a:ext cx="3511010" cy="606742"/>
                      </a:xfrm>
                      <a:custGeom>
                        <a:rect b="b" l="l" r="r" t="t"/>
                        <a:pathLst>
                          <a:path extrusionOk="0" h="606742" w="3511010">
                            <a:moveTo>
                              <a:pt x="3511010" y="175736"/>
                            </a:moveTo>
                            <a:lnTo>
                              <a:pt x="1735931" y="606742"/>
                            </a:lnTo>
                            <a:lnTo>
                              <a:pt x="0" y="176308"/>
                            </a:lnTo>
                            <a:cubicBezTo>
                              <a:pt x="478346" y="66103"/>
                              <a:pt x="1088517" y="0"/>
                              <a:pt x="1753076" y="0"/>
                            </a:cubicBezTo>
                            <a:cubicBezTo>
                              <a:pt x="2427828" y="95"/>
                              <a:pt x="3046381" y="68104"/>
                              <a:pt x="3511010" y="175736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02" name="Google Shape;402;p3"/>
                    <p:cNvGrpSpPr/>
                    <p:nvPr/>
                  </p:nvGrpSpPr>
                  <p:grpSpPr>
                    <a:xfrm>
                      <a:off x="3176777" y="3665950"/>
                      <a:ext cx="3749611" cy="1055464"/>
                      <a:chOff x="3176777" y="3665950"/>
                      <a:chExt cx="3749611" cy="1055464"/>
                    </a:xfrm>
                  </p:grpSpPr>
                  <p:sp>
                    <p:nvSpPr>
                      <p:cNvPr id="403" name="Google Shape;403;p3"/>
                      <p:cNvSpPr/>
                      <p:nvPr/>
                    </p:nvSpPr>
                    <p:spPr>
                      <a:xfrm>
                        <a:off x="3577970" y="4143819"/>
                        <a:ext cx="2933413" cy="577595"/>
                      </a:xfrm>
                      <a:custGeom>
                        <a:rect b="b" l="l" r="r" t="t"/>
                        <a:pathLst>
                          <a:path extrusionOk="0" h="577595" w="2933413">
                            <a:moveTo>
                              <a:pt x="2933414" y="363283"/>
                            </a:moveTo>
                            <a:cubicBezTo>
                              <a:pt x="2609850" y="492919"/>
                              <a:pt x="2076545" y="577596"/>
                              <a:pt x="1473517" y="577596"/>
                            </a:cubicBezTo>
                            <a:cubicBezTo>
                              <a:pt x="861917" y="577596"/>
                              <a:pt x="322040" y="490538"/>
                              <a:pt x="0" y="357759"/>
                            </a:cubicBezTo>
                            <a:lnTo>
                              <a:pt x="1473136" y="0"/>
                            </a:lnTo>
                            <a:lnTo>
                              <a:pt x="2933414" y="363283"/>
                            </a:lnTo>
                            <a:close/>
                          </a:path>
                        </a:pathLst>
                      </a:custGeom>
                      <a:solidFill>
                        <a:srgbClr val="9CC2E5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4" name="Google Shape;404;p3"/>
                      <p:cNvSpPr/>
                      <p:nvPr/>
                    </p:nvSpPr>
                    <p:spPr>
                      <a:xfrm>
                        <a:off x="5222842" y="3825017"/>
                        <a:ext cx="1703546" cy="634650"/>
                      </a:xfrm>
                      <a:custGeom>
                        <a:rect b="b" l="l" r="r" t="t"/>
                        <a:pathLst>
                          <a:path extrusionOk="0" h="634650" w="1703546">
                            <a:moveTo>
                              <a:pt x="1703546" y="368808"/>
                            </a:moveTo>
                            <a:lnTo>
                              <a:pt x="1702880" y="382905"/>
                            </a:lnTo>
                            <a:cubicBezTo>
                              <a:pt x="1693926" y="475107"/>
                              <a:pt x="1598009" y="561118"/>
                              <a:pt x="1437418" y="634651"/>
                            </a:cubicBezTo>
                            <a:lnTo>
                              <a:pt x="0" y="276987"/>
                            </a:lnTo>
                            <a:lnTo>
                              <a:pt x="1140428" y="0"/>
                            </a:lnTo>
                            <a:cubicBezTo>
                              <a:pt x="1487139" y="92392"/>
                              <a:pt x="1703546" y="223456"/>
                              <a:pt x="1703546" y="368808"/>
                            </a:cubicBezTo>
                            <a:close/>
                          </a:path>
                        </a:pathLst>
                      </a:custGeom>
                      <a:solidFill>
                        <a:srgbClr val="A8D08C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5" name="Google Shape;405;p3"/>
                      <p:cNvSpPr/>
                      <p:nvPr/>
                    </p:nvSpPr>
                    <p:spPr>
                      <a:xfrm>
                        <a:off x="3176777" y="3821017"/>
                        <a:ext cx="1702974" cy="632174"/>
                      </a:xfrm>
                      <a:custGeom>
                        <a:rect b="b" l="l" r="r" t="t"/>
                        <a:pathLst>
                          <a:path extrusionOk="0" h="632174" w="1702974">
                            <a:moveTo>
                              <a:pt x="1702975" y="280130"/>
                            </a:moveTo>
                            <a:lnTo>
                              <a:pt x="253175" y="632174"/>
                            </a:lnTo>
                            <a:cubicBezTo>
                              <a:pt x="92488" y="556260"/>
                              <a:pt x="0" y="467392"/>
                              <a:pt x="0" y="372428"/>
                            </a:cubicBezTo>
                            <a:cubicBezTo>
                              <a:pt x="0" y="225171"/>
                              <a:pt x="222218" y="92488"/>
                              <a:pt x="576834" y="0"/>
                            </a:cubicBezTo>
                            <a:lnTo>
                              <a:pt x="1702975" y="280130"/>
                            </a:lnTo>
                            <a:close/>
                          </a:path>
                        </a:pathLst>
                      </a:custGeom>
                      <a:solidFill>
                        <a:srgbClr val="F4B081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06" name="Google Shape;406;p3"/>
                      <p:cNvSpPr/>
                      <p:nvPr/>
                    </p:nvSpPr>
                    <p:spPr>
                      <a:xfrm>
                        <a:off x="3925061" y="3665950"/>
                        <a:ext cx="2267045" cy="393477"/>
                      </a:xfrm>
                      <a:custGeom>
                        <a:rect b="b" l="l" r="r" t="t"/>
                        <a:pathLst>
                          <a:path extrusionOk="0" h="393477" w="2267045">
                            <a:moveTo>
                              <a:pt x="2267046" y="116491"/>
                            </a:moveTo>
                            <a:lnTo>
                              <a:pt x="1126331" y="393478"/>
                            </a:lnTo>
                            <a:lnTo>
                              <a:pt x="0" y="113252"/>
                            </a:lnTo>
                            <a:cubicBezTo>
                              <a:pt x="307372" y="42386"/>
                              <a:pt x="699516" y="0"/>
                              <a:pt x="1126617" y="0"/>
                            </a:cubicBezTo>
                            <a:cubicBezTo>
                              <a:pt x="1560195" y="0"/>
                              <a:pt x="1957673" y="43720"/>
                              <a:pt x="2267046" y="116491"/>
                            </a:cubicBezTo>
                            <a:close/>
                          </a:path>
                        </a:pathLst>
                      </a:custGeom>
                      <a:solidFill>
                        <a:srgbClr val="FFD966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07" name="Google Shape;407;p3"/>
                    <p:cNvSpPr/>
                    <p:nvPr/>
                  </p:nvSpPr>
                  <p:spPr>
                    <a:xfrm>
                      <a:off x="4450699" y="3998263"/>
                      <a:ext cx="1211008" cy="301942"/>
                    </a:xfrm>
                    <a:custGeom>
                      <a:rect b="b" l="l" r="r" t="t"/>
                      <a:pathLst>
                        <a:path extrusionOk="0" h="301942" w="1211008">
                          <a:moveTo>
                            <a:pt x="1211009" y="150971"/>
                          </a:moveTo>
                          <a:cubicBezTo>
                            <a:pt x="1211009" y="234350"/>
                            <a:pt x="939915" y="301943"/>
                            <a:pt x="605504" y="301943"/>
                          </a:cubicBezTo>
                          <a:cubicBezTo>
                            <a:pt x="271094" y="301943"/>
                            <a:pt x="0" y="234350"/>
                            <a:pt x="0" y="150971"/>
                          </a:cubicBezTo>
                          <a:cubicBezTo>
                            <a:pt x="0" y="67592"/>
                            <a:pt x="271094" y="0"/>
                            <a:pt x="605504" y="0"/>
                          </a:cubicBezTo>
                          <a:cubicBezTo>
                            <a:pt x="939915" y="0"/>
                            <a:pt x="1211009" y="67592"/>
                            <a:pt x="1211009" y="15097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08" name="Google Shape;408;p3"/>
                  <p:cNvGrpSpPr/>
                  <p:nvPr/>
                </p:nvGrpSpPr>
                <p:grpSpPr>
                  <a:xfrm>
                    <a:off x="4153470" y="1735300"/>
                    <a:ext cx="1298350" cy="2422996"/>
                    <a:chOff x="4153470" y="1735300"/>
                    <a:chExt cx="1298350" cy="2422996"/>
                  </a:xfrm>
                </p:grpSpPr>
                <p:grpSp>
                  <p:nvGrpSpPr>
                    <p:cNvPr id="409" name="Google Shape;409;p3"/>
                    <p:cNvGrpSpPr/>
                    <p:nvPr/>
                  </p:nvGrpSpPr>
                  <p:grpSpPr>
                    <a:xfrm>
                      <a:off x="4710683" y="3960558"/>
                      <a:ext cx="301656" cy="197738"/>
                      <a:chOff x="4710683" y="3960558"/>
                      <a:chExt cx="301656" cy="197738"/>
                    </a:xfrm>
                  </p:grpSpPr>
                  <p:sp>
                    <p:nvSpPr>
                      <p:cNvPr id="410" name="Google Shape;410;p3"/>
                      <p:cNvSpPr/>
                      <p:nvPr/>
                    </p:nvSpPr>
                    <p:spPr>
                      <a:xfrm>
                        <a:off x="4909089" y="3960558"/>
                        <a:ext cx="103155" cy="61340"/>
                      </a:xfrm>
                      <a:custGeom>
                        <a:rect b="b" l="l" r="r" t="t"/>
                        <a:pathLst>
                          <a:path extrusionOk="0" h="61340" w="103155">
                            <a:moveTo>
                              <a:pt x="103156" y="0"/>
                            </a:moveTo>
                            <a:lnTo>
                              <a:pt x="95536" y="57626"/>
                            </a:lnTo>
                            <a:lnTo>
                              <a:pt x="0" y="61341"/>
                            </a:lnTo>
                            <a:lnTo>
                              <a:pt x="4286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1" name="Google Shape;411;p3"/>
                      <p:cNvSpPr/>
                      <p:nvPr/>
                    </p:nvSpPr>
                    <p:spPr>
                      <a:xfrm>
                        <a:off x="4710683" y="4011109"/>
                        <a:ext cx="301656" cy="147187"/>
                      </a:xfrm>
                      <a:custGeom>
                        <a:rect b="b" l="l" r="r" t="t"/>
                        <a:pathLst>
                          <a:path extrusionOk="0" h="147187" w="301656">
                            <a:moveTo>
                              <a:pt x="301657" y="146426"/>
                            </a:moveTo>
                            <a:lnTo>
                              <a:pt x="0" y="147188"/>
                            </a:lnTo>
                            <a:cubicBezTo>
                              <a:pt x="0" y="147188"/>
                              <a:pt x="42958" y="66130"/>
                              <a:pt x="188214" y="29078"/>
                            </a:cubicBezTo>
                            <a:cubicBezTo>
                              <a:pt x="188214" y="29078"/>
                              <a:pt x="192596" y="-1021"/>
                              <a:pt x="192786" y="27"/>
                            </a:cubicBezTo>
                            <a:cubicBezTo>
                              <a:pt x="192977" y="1074"/>
                              <a:pt x="298323" y="27"/>
                              <a:pt x="298323" y="27"/>
                            </a:cubicBezTo>
                            <a:lnTo>
                              <a:pt x="301657" y="146426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12" name="Google Shape;412;p3"/>
                    <p:cNvGrpSpPr/>
                    <p:nvPr/>
                  </p:nvGrpSpPr>
                  <p:grpSpPr>
                    <a:xfrm>
                      <a:off x="5058536" y="3952748"/>
                      <a:ext cx="288703" cy="205453"/>
                      <a:chOff x="5058536" y="3952748"/>
                      <a:chExt cx="288703" cy="205453"/>
                    </a:xfrm>
                  </p:grpSpPr>
                  <p:sp>
                    <p:nvSpPr>
                      <p:cNvPr id="413" name="Google Shape;413;p3"/>
                      <p:cNvSpPr/>
                      <p:nvPr/>
                    </p:nvSpPr>
                    <p:spPr>
                      <a:xfrm>
                        <a:off x="5226747" y="3952748"/>
                        <a:ext cx="110204" cy="74771"/>
                      </a:xfrm>
                      <a:custGeom>
                        <a:rect b="b" l="l" r="r" t="t"/>
                        <a:pathLst>
                          <a:path extrusionOk="0" h="74771" w="110204">
                            <a:moveTo>
                              <a:pt x="107252" y="0"/>
                            </a:moveTo>
                            <a:lnTo>
                              <a:pt x="110204" y="65818"/>
                            </a:lnTo>
                            <a:lnTo>
                              <a:pt x="8096" y="7477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4" name="Google Shape;414;p3"/>
                      <p:cNvSpPr/>
                      <p:nvPr/>
                    </p:nvSpPr>
                    <p:spPr>
                      <a:xfrm>
                        <a:off x="5058536" y="4010945"/>
                        <a:ext cx="288703" cy="147256"/>
                      </a:xfrm>
                      <a:custGeom>
                        <a:rect b="b" l="l" r="r" t="t"/>
                        <a:pathLst>
                          <a:path extrusionOk="0" h="147256" w="288703">
                            <a:moveTo>
                              <a:pt x="281940" y="7429"/>
                            </a:moveTo>
                            <a:lnTo>
                              <a:pt x="288703" y="145161"/>
                            </a:lnTo>
                            <a:lnTo>
                              <a:pt x="0" y="147257"/>
                            </a:lnTo>
                            <a:cubicBezTo>
                              <a:pt x="0" y="147257"/>
                              <a:pt x="34957" y="66389"/>
                              <a:pt x="168212" y="19431"/>
                            </a:cubicBezTo>
                            <a:cubicBezTo>
                              <a:pt x="168212" y="19431"/>
                              <a:pt x="170212" y="-953"/>
                              <a:pt x="170402" y="95"/>
                            </a:cubicBezTo>
                            <a:cubicBezTo>
                              <a:pt x="170593" y="1143"/>
                              <a:pt x="280702" y="0"/>
                              <a:pt x="280702" y="0"/>
                            </a:cubicBezTo>
                            <a:lnTo>
                              <a:pt x="281940" y="7429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15" name="Google Shape;415;p3"/>
                    <p:cNvGrpSpPr/>
                    <p:nvPr/>
                  </p:nvGrpSpPr>
                  <p:grpSpPr>
                    <a:xfrm>
                      <a:off x="4890325" y="2658586"/>
                      <a:ext cx="453485" cy="1312068"/>
                      <a:chOff x="4890325" y="2658586"/>
                      <a:chExt cx="453485" cy="1312068"/>
                    </a:xfrm>
                  </p:grpSpPr>
                  <p:sp>
                    <p:nvSpPr>
                      <p:cNvPr id="416" name="Google Shape;416;p3"/>
                      <p:cNvSpPr/>
                      <p:nvPr/>
                    </p:nvSpPr>
                    <p:spPr>
                      <a:xfrm>
                        <a:off x="4890325" y="2658586"/>
                        <a:ext cx="453485" cy="1312068"/>
                      </a:xfrm>
                      <a:custGeom>
                        <a:rect b="b" l="l" r="r" t="t"/>
                        <a:pathLst>
                          <a:path extrusionOk="0" h="1312068" w="453485">
                            <a:moveTo>
                              <a:pt x="453485" y="1310640"/>
                            </a:moveTo>
                            <a:lnTo>
                              <a:pt x="409575" y="1311116"/>
                            </a:lnTo>
                            <a:lnTo>
                              <a:pt x="310134" y="1312069"/>
                            </a:lnTo>
                            <a:lnTo>
                              <a:pt x="188690" y="483299"/>
                            </a:lnTo>
                            <a:lnTo>
                              <a:pt x="130969" y="1304068"/>
                            </a:lnTo>
                            <a:lnTo>
                              <a:pt x="0" y="1304068"/>
                            </a:lnTo>
                            <a:lnTo>
                              <a:pt x="18859" y="138208"/>
                            </a:lnTo>
                            <a:lnTo>
                              <a:pt x="36385" y="36386"/>
                            </a:lnTo>
                            <a:lnTo>
                              <a:pt x="269462" y="6953"/>
                            </a:lnTo>
                            <a:lnTo>
                              <a:pt x="324517" y="0"/>
                            </a:lnTo>
                            <a:cubicBezTo>
                              <a:pt x="324326" y="7144"/>
                              <a:pt x="343376" y="54292"/>
                              <a:pt x="343376" y="54292"/>
                            </a:cubicBezTo>
                            <a:cubicBezTo>
                              <a:pt x="385286" y="128397"/>
                              <a:pt x="368236" y="255556"/>
                              <a:pt x="368236" y="255556"/>
                            </a:cubicBezTo>
                            <a:lnTo>
                              <a:pt x="453485" y="131064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7" name="Google Shape;417;p3"/>
                      <p:cNvSpPr/>
                      <p:nvPr/>
                    </p:nvSpPr>
                    <p:spPr>
                      <a:xfrm>
                        <a:off x="5159787" y="2658586"/>
                        <a:ext cx="184023" cy="1311306"/>
                      </a:xfrm>
                      <a:custGeom>
                        <a:rect b="b" l="l" r="r" t="t"/>
                        <a:pathLst>
                          <a:path extrusionOk="0" h="1311306" w="184023">
                            <a:moveTo>
                              <a:pt x="184023" y="1310640"/>
                            </a:moveTo>
                            <a:lnTo>
                              <a:pt x="124968" y="1311307"/>
                            </a:lnTo>
                            <a:lnTo>
                              <a:pt x="1715" y="14859"/>
                            </a:lnTo>
                            <a:cubicBezTo>
                              <a:pt x="1715" y="14859"/>
                              <a:pt x="1143" y="11811"/>
                              <a:pt x="0" y="6953"/>
                            </a:cubicBezTo>
                            <a:lnTo>
                              <a:pt x="55054" y="0"/>
                            </a:lnTo>
                            <a:cubicBezTo>
                              <a:pt x="54864" y="7144"/>
                              <a:pt x="73914" y="54292"/>
                              <a:pt x="73914" y="54292"/>
                            </a:cubicBezTo>
                            <a:cubicBezTo>
                              <a:pt x="115824" y="128397"/>
                              <a:pt x="98774" y="255556"/>
                              <a:pt x="98774" y="255556"/>
                            </a:cubicBezTo>
                            <a:lnTo>
                              <a:pt x="184023" y="1310640"/>
                            </a:lnTo>
                            <a:close/>
                          </a:path>
                        </a:pathLst>
                      </a:custGeom>
                      <a:solidFill>
                        <a:srgbClr val="394759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8" name="Google Shape;418;p3"/>
                      <p:cNvSpPr/>
                      <p:nvPr/>
                    </p:nvSpPr>
                    <p:spPr>
                      <a:xfrm>
                        <a:off x="4922995" y="2680208"/>
                        <a:ext cx="298227" cy="42042"/>
                      </a:xfrm>
                      <a:custGeom>
                        <a:rect b="b" l="l" r="r" t="t"/>
                        <a:pathLst>
                          <a:path extrusionOk="0" h="42042" w="298227">
                            <a:moveTo>
                              <a:pt x="0" y="36481"/>
                            </a:moveTo>
                            <a:cubicBezTo>
                              <a:pt x="58483" y="50006"/>
                              <a:pt x="230791" y="39243"/>
                              <a:pt x="298228" y="0"/>
                            </a:cubicBezTo>
                          </a:path>
                        </a:pathLst>
                      </a:custGeom>
                      <a:noFill/>
                      <a:ln cap="flat" cmpd="sng" w="9525">
                        <a:solidFill>
                          <a:srgbClr val="404040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9" name="Google Shape;419;p3"/>
                      <p:cNvSpPr/>
                      <p:nvPr/>
                    </p:nvSpPr>
                    <p:spPr>
                      <a:xfrm>
                        <a:off x="4981963" y="2901473"/>
                        <a:ext cx="102576" cy="1061085"/>
                      </a:xfrm>
                      <a:custGeom>
                        <a:rect b="b" l="l" r="r" t="t"/>
                        <a:pathLst>
                          <a:path extrusionOk="0" h="1061085" w="102576">
                            <a:moveTo>
                              <a:pt x="102576" y="277463"/>
                            </a:moveTo>
                            <a:lnTo>
                              <a:pt x="39235" y="1061085"/>
                            </a:lnTo>
                            <a:lnTo>
                              <a:pt x="1516" y="1061085"/>
                            </a:lnTo>
                            <a:cubicBezTo>
                              <a:pt x="-11247" y="1061085"/>
                              <a:pt x="60762" y="0"/>
                              <a:pt x="60762" y="0"/>
                            </a:cubicBezTo>
                            <a:lnTo>
                              <a:pt x="102576" y="277463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20" name="Google Shape;420;p3"/>
                    <p:cNvSpPr/>
                    <p:nvPr/>
                  </p:nvSpPr>
                  <p:spPr>
                    <a:xfrm>
                      <a:off x="4292491" y="2299866"/>
                      <a:ext cx="562591" cy="367022"/>
                    </a:xfrm>
                    <a:custGeom>
                      <a:rect b="b" l="l" r="r" t="t"/>
                      <a:pathLst>
                        <a:path extrusionOk="0" h="367022" w="562591">
                          <a:moveTo>
                            <a:pt x="562591" y="241563"/>
                          </a:moveTo>
                          <a:cubicBezTo>
                            <a:pt x="551542" y="282520"/>
                            <a:pt x="485915" y="373770"/>
                            <a:pt x="463055" y="366626"/>
                          </a:cubicBezTo>
                          <a:cubicBezTo>
                            <a:pt x="348755" y="318525"/>
                            <a:pt x="235027" y="201748"/>
                            <a:pt x="156255" y="170030"/>
                          </a:cubicBezTo>
                          <a:cubicBezTo>
                            <a:pt x="76912" y="138121"/>
                            <a:pt x="2045" y="58683"/>
                            <a:pt x="45" y="17535"/>
                          </a:cubicBezTo>
                          <a:cubicBezTo>
                            <a:pt x="-527" y="6486"/>
                            <a:pt x="4331" y="-277"/>
                            <a:pt x="15856" y="9"/>
                          </a:cubicBezTo>
                          <a:cubicBezTo>
                            <a:pt x="69197" y="1056"/>
                            <a:pt x="129775" y="63731"/>
                            <a:pt x="133205" y="66684"/>
                          </a:cubicBezTo>
                          <a:cubicBezTo>
                            <a:pt x="133205" y="66684"/>
                            <a:pt x="135300" y="62588"/>
                            <a:pt x="129299" y="53063"/>
                          </a:cubicBezTo>
                          <a:cubicBezTo>
                            <a:pt x="127299" y="49920"/>
                            <a:pt x="120441" y="41442"/>
                            <a:pt x="120441" y="41442"/>
                          </a:cubicBezTo>
                          <a:cubicBezTo>
                            <a:pt x="114059" y="34394"/>
                            <a:pt x="105487" y="32108"/>
                            <a:pt x="100534" y="28298"/>
                          </a:cubicBezTo>
                          <a:cubicBezTo>
                            <a:pt x="99772" y="27345"/>
                            <a:pt x="95009" y="21345"/>
                            <a:pt x="108344" y="19821"/>
                          </a:cubicBezTo>
                          <a:cubicBezTo>
                            <a:pt x="172828" y="35727"/>
                            <a:pt x="175305" y="98878"/>
                            <a:pt x="200832" y="126120"/>
                          </a:cubicBezTo>
                          <a:cubicBezTo>
                            <a:pt x="275984" y="190795"/>
                            <a:pt x="451816" y="237658"/>
                            <a:pt x="451816" y="237658"/>
                          </a:cubicBezTo>
                          <a:lnTo>
                            <a:pt x="472390" y="192223"/>
                          </a:lnTo>
                          <a:lnTo>
                            <a:pt x="562591" y="241563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21" name="Google Shape;421;p3"/>
                    <p:cNvGrpSpPr/>
                    <p:nvPr/>
                  </p:nvGrpSpPr>
                  <p:grpSpPr>
                    <a:xfrm>
                      <a:off x="4153470" y="2129853"/>
                      <a:ext cx="291179" cy="340074"/>
                      <a:chOff x="4153470" y="2129853"/>
                      <a:chExt cx="291179" cy="340074"/>
                    </a:xfrm>
                  </p:grpSpPr>
                  <p:sp>
                    <p:nvSpPr>
                      <p:cNvPr id="422" name="Google Shape;422;p3"/>
                      <p:cNvSpPr/>
                      <p:nvPr/>
                    </p:nvSpPr>
                    <p:spPr>
                      <a:xfrm>
                        <a:off x="4153470" y="2129853"/>
                        <a:ext cx="291179" cy="340074"/>
                      </a:xfrm>
                      <a:custGeom>
                        <a:rect b="b" l="l" r="r" t="t"/>
                        <a:pathLst>
                          <a:path extrusionOk="0" h="340074" w="291179">
                            <a:moveTo>
                              <a:pt x="0" y="51625"/>
                            </a:moveTo>
                            <a:cubicBezTo>
                              <a:pt x="571" y="52102"/>
                              <a:pt x="162306" y="343567"/>
                              <a:pt x="163735" y="340042"/>
                            </a:cubicBezTo>
                            <a:cubicBezTo>
                              <a:pt x="165259" y="336518"/>
                              <a:pt x="291179" y="274796"/>
                              <a:pt x="291179" y="274796"/>
                            </a:cubicBezTo>
                            <a:lnTo>
                              <a:pt x="154496" y="0"/>
                            </a:lnTo>
                            <a:lnTo>
                              <a:pt x="0" y="51625"/>
                            </a:lnTo>
                            <a:close/>
                          </a:path>
                        </a:pathLst>
                      </a:custGeom>
                      <a:solidFill>
                        <a:srgbClr val="CBCBCB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3" name="Google Shape;423;p3"/>
                      <p:cNvSpPr/>
                      <p:nvPr/>
                    </p:nvSpPr>
                    <p:spPr>
                      <a:xfrm>
                        <a:off x="4188142" y="2153666"/>
                        <a:ext cx="234410" cy="289750"/>
                      </a:xfrm>
                      <a:custGeom>
                        <a:rect b="b" l="l" r="r" t="t"/>
                        <a:pathLst>
                          <a:path extrusionOk="0" h="289750" w="234410">
                            <a:moveTo>
                              <a:pt x="0" y="39433"/>
                            </a:moveTo>
                            <a:lnTo>
                              <a:pt x="134398" y="289750"/>
                            </a:lnTo>
                            <a:lnTo>
                              <a:pt x="234410" y="236029"/>
                            </a:lnTo>
                            <a:lnTo>
                              <a:pt x="116967" y="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24" name="Google Shape;424;p3"/>
                    <p:cNvSpPr/>
                    <p:nvPr/>
                  </p:nvSpPr>
                  <p:spPr>
                    <a:xfrm>
                      <a:off x="4391498" y="2319492"/>
                      <a:ext cx="84276" cy="102363"/>
                    </a:xfrm>
                    <a:custGeom>
                      <a:rect b="b" l="l" r="r" t="t"/>
                      <a:pathLst>
                        <a:path extrusionOk="0" h="102363" w="84276">
                          <a:moveTo>
                            <a:pt x="31054" y="96016"/>
                          </a:moveTo>
                          <a:cubicBezTo>
                            <a:pt x="24768" y="68584"/>
                            <a:pt x="34388" y="51534"/>
                            <a:pt x="34483" y="44676"/>
                          </a:cubicBezTo>
                          <a:cubicBezTo>
                            <a:pt x="34578" y="37818"/>
                            <a:pt x="22482" y="17530"/>
                            <a:pt x="7527" y="12100"/>
                          </a:cubicBezTo>
                          <a:cubicBezTo>
                            <a:pt x="-7332" y="6671"/>
                            <a:pt x="1717" y="-4568"/>
                            <a:pt x="18100" y="2004"/>
                          </a:cubicBezTo>
                          <a:cubicBezTo>
                            <a:pt x="34483" y="8576"/>
                            <a:pt x="63344" y="23626"/>
                            <a:pt x="81251" y="72203"/>
                          </a:cubicBezTo>
                          <a:cubicBezTo>
                            <a:pt x="99253" y="120876"/>
                            <a:pt x="31054" y="96016"/>
                            <a:pt x="31054" y="9601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25" name="Google Shape;425;p3"/>
                    <p:cNvGrpSpPr/>
                    <p:nvPr/>
                  </p:nvGrpSpPr>
                  <p:grpSpPr>
                    <a:xfrm>
                      <a:off x="4744402" y="2117756"/>
                      <a:ext cx="668940" cy="581032"/>
                      <a:chOff x="4744402" y="2117756"/>
                      <a:chExt cx="668940" cy="581032"/>
                    </a:xfrm>
                  </p:grpSpPr>
                  <p:sp>
                    <p:nvSpPr>
                      <p:cNvPr id="426" name="Google Shape;426;p3"/>
                      <p:cNvSpPr/>
                      <p:nvPr/>
                    </p:nvSpPr>
                    <p:spPr>
                      <a:xfrm>
                        <a:off x="4764976" y="2117756"/>
                        <a:ext cx="644175" cy="581032"/>
                      </a:xfrm>
                      <a:custGeom>
                        <a:rect b="b" l="l" r="r" t="t"/>
                        <a:pathLst>
                          <a:path extrusionOk="0" h="581032" w="644175">
                            <a:moveTo>
                              <a:pt x="492919" y="28766"/>
                            </a:moveTo>
                            <a:cubicBezTo>
                              <a:pt x="432911" y="0"/>
                              <a:pt x="362807" y="0"/>
                              <a:pt x="324040" y="0"/>
                            </a:cubicBezTo>
                            <a:cubicBezTo>
                              <a:pt x="324040" y="0"/>
                              <a:pt x="294704" y="3143"/>
                              <a:pt x="225266" y="21812"/>
                            </a:cubicBezTo>
                            <a:cubicBezTo>
                              <a:pt x="155829" y="40577"/>
                              <a:pt x="103346" y="76200"/>
                              <a:pt x="69532" y="123158"/>
                            </a:cubicBezTo>
                            <a:cubicBezTo>
                              <a:pt x="56959" y="140684"/>
                              <a:pt x="50101" y="152876"/>
                              <a:pt x="46482" y="161354"/>
                            </a:cubicBezTo>
                            <a:cubicBezTo>
                              <a:pt x="18193" y="216122"/>
                              <a:pt x="3429" y="318325"/>
                              <a:pt x="0" y="338900"/>
                            </a:cubicBezTo>
                            <a:lnTo>
                              <a:pt x="25622" y="423577"/>
                            </a:lnTo>
                            <a:lnTo>
                              <a:pt x="68389" y="469106"/>
                            </a:lnTo>
                            <a:lnTo>
                              <a:pt x="114205" y="422053"/>
                            </a:lnTo>
                            <a:lnTo>
                              <a:pt x="115919" y="420338"/>
                            </a:lnTo>
                            <a:cubicBezTo>
                              <a:pt x="134112" y="482537"/>
                              <a:pt x="149733" y="536067"/>
                              <a:pt x="158020" y="561499"/>
                            </a:cubicBezTo>
                            <a:cubicBezTo>
                              <a:pt x="158972" y="564547"/>
                              <a:pt x="150590" y="575596"/>
                              <a:pt x="151352" y="577977"/>
                            </a:cubicBezTo>
                            <a:lnTo>
                              <a:pt x="161449" y="578930"/>
                            </a:lnTo>
                            <a:cubicBezTo>
                              <a:pt x="188690" y="583501"/>
                              <a:pt x="213265" y="579406"/>
                              <a:pt x="239744" y="577977"/>
                            </a:cubicBezTo>
                            <a:cubicBezTo>
                              <a:pt x="344710" y="572072"/>
                              <a:pt x="448437" y="543401"/>
                              <a:pt x="448437" y="543401"/>
                            </a:cubicBezTo>
                            <a:lnTo>
                              <a:pt x="451390" y="278416"/>
                            </a:lnTo>
                            <a:cubicBezTo>
                              <a:pt x="507682" y="392716"/>
                              <a:pt x="540544" y="469106"/>
                              <a:pt x="540544" y="469106"/>
                            </a:cubicBezTo>
                            <a:lnTo>
                              <a:pt x="644176" y="421481"/>
                            </a:lnTo>
                            <a:cubicBezTo>
                              <a:pt x="604838" y="284321"/>
                              <a:pt x="552926" y="57531"/>
                              <a:pt x="492919" y="28766"/>
                            </a:cubicBezTo>
                            <a:close/>
                          </a:path>
                        </a:pathLst>
                      </a:custGeom>
                      <a:solidFill>
                        <a:srgbClr val="4472C4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7" name="Google Shape;427;p3"/>
                      <p:cNvSpPr/>
                      <p:nvPr/>
                    </p:nvSpPr>
                    <p:spPr>
                      <a:xfrm>
                        <a:off x="5280850" y="2489136"/>
                        <a:ext cx="132492" cy="98964"/>
                      </a:xfrm>
                      <a:custGeom>
                        <a:rect b="b" l="l" r="r" t="t"/>
                        <a:pathLst>
                          <a:path extrusionOk="0" h="98964" w="132492">
                            <a:moveTo>
                              <a:pt x="22002" y="98965"/>
                            </a:moveTo>
                            <a:lnTo>
                              <a:pt x="132493" y="48196"/>
                            </a:lnTo>
                            <a:lnTo>
                              <a:pt x="114395" y="0"/>
                            </a:lnTo>
                            <a:lnTo>
                              <a:pt x="0" y="6124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8" name="Google Shape;428;p3"/>
                      <p:cNvSpPr/>
                      <p:nvPr/>
                    </p:nvSpPr>
                    <p:spPr>
                      <a:xfrm>
                        <a:off x="5003517" y="2285110"/>
                        <a:ext cx="225516" cy="410724"/>
                      </a:xfrm>
                      <a:custGeom>
                        <a:rect b="b" l="l" r="r" t="t"/>
                        <a:pathLst>
                          <a:path extrusionOk="0" h="410724" w="225516">
                            <a:moveTo>
                              <a:pt x="212848" y="111062"/>
                            </a:moveTo>
                            <a:lnTo>
                              <a:pt x="211705" y="350615"/>
                            </a:lnTo>
                            <a:lnTo>
                              <a:pt x="225517" y="364522"/>
                            </a:lnTo>
                            <a:lnTo>
                              <a:pt x="211324" y="373475"/>
                            </a:lnTo>
                            <a:lnTo>
                              <a:pt x="211610" y="375857"/>
                            </a:lnTo>
                            <a:cubicBezTo>
                              <a:pt x="211610" y="375857"/>
                              <a:pt x="106264" y="404813"/>
                              <a:pt x="1203" y="410718"/>
                            </a:cubicBezTo>
                            <a:lnTo>
                              <a:pt x="346" y="410718"/>
                            </a:lnTo>
                            <a:cubicBezTo>
                              <a:pt x="-9656" y="411385"/>
                              <a:pt x="200752" y="357854"/>
                              <a:pt x="200752" y="357854"/>
                            </a:cubicBezTo>
                            <a:lnTo>
                              <a:pt x="154936" y="330803"/>
                            </a:lnTo>
                            <a:lnTo>
                              <a:pt x="183797" y="0"/>
                            </a:lnTo>
                            <a:lnTo>
                              <a:pt x="212848" y="111062"/>
                            </a:ln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29" name="Google Shape;429;p3"/>
                      <p:cNvSpPr/>
                      <p:nvPr/>
                    </p:nvSpPr>
                    <p:spPr>
                      <a:xfrm>
                        <a:off x="4744402" y="2456656"/>
                        <a:ext cx="119919" cy="135254"/>
                      </a:xfrm>
                      <a:custGeom>
                        <a:rect b="b" l="l" r="r" t="t"/>
                        <a:pathLst>
                          <a:path extrusionOk="0" h="135254" w="119919">
                            <a:moveTo>
                              <a:pt x="119920" y="102299"/>
                            </a:moveTo>
                            <a:lnTo>
                              <a:pt x="93631" y="135255"/>
                            </a:lnTo>
                            <a:lnTo>
                              <a:pt x="88868" y="130207"/>
                            </a:lnTo>
                            <a:lnTo>
                              <a:pt x="0" y="49816"/>
                            </a:lnTo>
                            <a:lnTo>
                              <a:pt x="20574" y="0"/>
                            </a:lnTo>
                            <a:lnTo>
                              <a:pt x="67056" y="4981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30" name="Google Shape;430;p3"/>
                      <p:cNvSpPr/>
                      <p:nvPr/>
                    </p:nvSpPr>
                    <p:spPr>
                      <a:xfrm>
                        <a:off x="4811458" y="2391695"/>
                        <a:ext cx="69437" cy="167259"/>
                      </a:xfrm>
                      <a:custGeom>
                        <a:rect b="b" l="l" r="r" t="t"/>
                        <a:pathLst>
                          <a:path extrusionOk="0" h="167259" w="69437">
                            <a:moveTo>
                              <a:pt x="69437" y="146399"/>
                            </a:moveTo>
                            <a:lnTo>
                              <a:pt x="52864" y="167259"/>
                            </a:lnTo>
                            <a:lnTo>
                              <a:pt x="0" y="114776"/>
                            </a:lnTo>
                            <a:cubicBezTo>
                              <a:pt x="16288" y="85915"/>
                              <a:pt x="38195" y="42672"/>
                              <a:pt x="51149" y="0"/>
                            </a:cubicBezTo>
                            <a:cubicBezTo>
                              <a:pt x="51149" y="58484"/>
                              <a:pt x="69437" y="146399"/>
                              <a:pt x="69437" y="146399"/>
                            </a:cubicBez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31" name="Google Shape;431;p3"/>
                    <p:cNvSpPr/>
                    <p:nvPr/>
                  </p:nvSpPr>
                  <p:spPr>
                    <a:xfrm>
                      <a:off x="5312854" y="2541428"/>
                      <a:ext cx="138966" cy="611790"/>
                    </a:xfrm>
                    <a:custGeom>
                      <a:rect b="b" l="l" r="r" t="t"/>
                      <a:pathLst>
                        <a:path extrusionOk="0" h="611790" w="138966">
                          <a:moveTo>
                            <a:pt x="91630" y="0"/>
                          </a:moveTo>
                          <a:cubicBezTo>
                            <a:pt x="141637" y="150114"/>
                            <a:pt x="100489" y="343091"/>
                            <a:pt x="128873" y="413004"/>
                          </a:cubicBezTo>
                          <a:cubicBezTo>
                            <a:pt x="151066" y="467678"/>
                            <a:pt x="137636" y="611791"/>
                            <a:pt x="78867" y="611791"/>
                          </a:cubicBezTo>
                          <a:cubicBezTo>
                            <a:pt x="78867" y="611791"/>
                            <a:pt x="132112" y="520732"/>
                            <a:pt x="94869" y="480632"/>
                          </a:cubicBezTo>
                          <a:cubicBezTo>
                            <a:pt x="66770" y="450342"/>
                            <a:pt x="71342" y="560642"/>
                            <a:pt x="71342" y="560642"/>
                          </a:cubicBezTo>
                          <a:cubicBezTo>
                            <a:pt x="71342" y="560642"/>
                            <a:pt x="32575" y="490633"/>
                            <a:pt x="71342" y="418052"/>
                          </a:cubicBezTo>
                          <a:cubicBezTo>
                            <a:pt x="71342" y="418052"/>
                            <a:pt x="50101" y="202883"/>
                            <a:pt x="0" y="42767"/>
                          </a:cubicBezTo>
                          <a:lnTo>
                            <a:pt x="91630" y="0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2" name="Google Shape;432;p3"/>
                    <p:cNvSpPr/>
                    <p:nvPr/>
                  </p:nvSpPr>
                  <p:spPr>
                    <a:xfrm>
                      <a:off x="4950427" y="1973167"/>
                      <a:ext cx="153542" cy="220884"/>
                    </a:xfrm>
                    <a:custGeom>
                      <a:rect b="b" l="l" r="r" t="t"/>
                      <a:pathLst>
                        <a:path extrusionOk="0" h="220884" w="153542">
                          <a:moveTo>
                            <a:pt x="153543" y="147066"/>
                          </a:moveTo>
                          <a:cubicBezTo>
                            <a:pt x="153543" y="147066"/>
                            <a:pt x="133540" y="220885"/>
                            <a:pt x="79724" y="220885"/>
                          </a:cubicBezTo>
                          <a:cubicBezTo>
                            <a:pt x="26670" y="220885"/>
                            <a:pt x="26289" y="180689"/>
                            <a:pt x="26289" y="179546"/>
                          </a:cubicBezTo>
                          <a:lnTo>
                            <a:pt x="20479" y="157163"/>
                          </a:lnTo>
                          <a:lnTo>
                            <a:pt x="0" y="78296"/>
                          </a:lnTo>
                          <a:lnTo>
                            <a:pt x="67151" y="33814"/>
                          </a:lnTo>
                          <a:lnTo>
                            <a:pt x="119348" y="0"/>
                          </a:lnTo>
                          <a:cubicBezTo>
                            <a:pt x="119443" y="51340"/>
                            <a:pt x="153543" y="147066"/>
                            <a:pt x="153543" y="14706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3" name="Google Shape;433;p3"/>
                    <p:cNvSpPr/>
                    <p:nvPr/>
                  </p:nvSpPr>
                  <p:spPr>
                    <a:xfrm>
                      <a:off x="4950427" y="1994789"/>
                      <a:ext cx="119388" cy="135540"/>
                    </a:xfrm>
                    <a:custGeom>
                      <a:rect b="b" l="l" r="r" t="t"/>
                      <a:pathLst>
                        <a:path extrusionOk="0" h="135540" w="119388">
                          <a:moveTo>
                            <a:pt x="119253" y="0"/>
                          </a:moveTo>
                          <a:cubicBezTo>
                            <a:pt x="123634" y="70675"/>
                            <a:pt x="20479" y="135541"/>
                            <a:pt x="20479" y="135541"/>
                          </a:cubicBezTo>
                          <a:lnTo>
                            <a:pt x="0" y="56674"/>
                          </a:lnTo>
                          <a:lnTo>
                            <a:pt x="67151" y="12192"/>
                          </a:lnTo>
                          <a:lnTo>
                            <a:pt x="119253" y="0"/>
                          </a:lnTo>
                          <a:close/>
                        </a:path>
                      </a:pathLst>
                    </a:custGeom>
                    <a:solidFill>
                      <a:srgbClr val="EBBC92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4" name="Google Shape;434;p3"/>
                    <p:cNvSpPr/>
                    <p:nvPr/>
                  </p:nvSpPr>
                  <p:spPr>
                    <a:xfrm>
                      <a:off x="4817553" y="1735300"/>
                      <a:ext cx="310038" cy="299303"/>
                    </a:xfrm>
                    <a:custGeom>
                      <a:rect b="b" l="l" r="r" t="t"/>
                      <a:pathLst>
                        <a:path extrusionOk="0" h="299303" w="310038">
                          <a:moveTo>
                            <a:pt x="261366" y="299303"/>
                          </a:moveTo>
                          <a:cubicBezTo>
                            <a:pt x="281464" y="251678"/>
                            <a:pt x="314801" y="127663"/>
                            <a:pt x="300514" y="99088"/>
                          </a:cubicBezTo>
                          <a:lnTo>
                            <a:pt x="310039" y="113375"/>
                          </a:lnTo>
                          <a:cubicBezTo>
                            <a:pt x="310039" y="113375"/>
                            <a:pt x="310039" y="94325"/>
                            <a:pt x="300514" y="84800"/>
                          </a:cubicBezTo>
                          <a:cubicBezTo>
                            <a:pt x="300514" y="84800"/>
                            <a:pt x="305276" y="46605"/>
                            <a:pt x="290989" y="41843"/>
                          </a:cubicBezTo>
                          <a:cubicBezTo>
                            <a:pt x="290989" y="41843"/>
                            <a:pt x="295751" y="51368"/>
                            <a:pt x="290989" y="60893"/>
                          </a:cubicBezTo>
                          <a:cubicBezTo>
                            <a:pt x="290989" y="60893"/>
                            <a:pt x="286226" y="22697"/>
                            <a:pt x="238506" y="3647"/>
                          </a:cubicBezTo>
                          <a:cubicBezTo>
                            <a:pt x="190786" y="-15403"/>
                            <a:pt x="28670" y="46605"/>
                            <a:pt x="0" y="41843"/>
                          </a:cubicBezTo>
                          <a:cubicBezTo>
                            <a:pt x="0" y="41843"/>
                            <a:pt x="4763" y="89563"/>
                            <a:pt x="33433" y="108613"/>
                          </a:cubicBezTo>
                          <a:cubicBezTo>
                            <a:pt x="53340" y="121948"/>
                            <a:pt x="163735" y="157000"/>
                            <a:pt x="224219" y="208816"/>
                          </a:cubicBezTo>
                          <a:cubicBezTo>
                            <a:pt x="250507" y="231295"/>
                            <a:pt x="261366" y="299303"/>
                            <a:pt x="261366" y="299303"/>
                          </a:cubicBez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5" name="Google Shape;435;p3"/>
                    <p:cNvSpPr/>
                    <p:nvPr/>
                  </p:nvSpPr>
                  <p:spPr>
                    <a:xfrm>
                      <a:off x="4849177" y="1844579"/>
                      <a:ext cx="246788" cy="242125"/>
                    </a:xfrm>
                    <a:custGeom>
                      <a:rect b="b" l="l" r="r" t="t"/>
                      <a:pathLst>
                        <a:path extrusionOk="0" h="242125" w="246788">
                          <a:moveTo>
                            <a:pt x="238030" y="142399"/>
                          </a:moveTo>
                          <a:cubicBezTo>
                            <a:pt x="233077" y="155924"/>
                            <a:pt x="220599" y="150209"/>
                            <a:pt x="220599" y="150209"/>
                          </a:cubicBezTo>
                          <a:cubicBezTo>
                            <a:pt x="224314" y="214313"/>
                            <a:pt x="123063" y="242126"/>
                            <a:pt x="123063" y="242126"/>
                          </a:cubicBezTo>
                          <a:cubicBezTo>
                            <a:pt x="38005" y="226886"/>
                            <a:pt x="11716" y="147161"/>
                            <a:pt x="3620" y="77533"/>
                          </a:cubicBezTo>
                          <a:lnTo>
                            <a:pt x="3620" y="77438"/>
                          </a:lnTo>
                          <a:cubicBezTo>
                            <a:pt x="190" y="47911"/>
                            <a:pt x="0" y="20288"/>
                            <a:pt x="0" y="0"/>
                          </a:cubicBezTo>
                          <a:cubicBezTo>
                            <a:pt x="0" y="0"/>
                            <a:pt x="26956" y="20860"/>
                            <a:pt x="83344" y="8096"/>
                          </a:cubicBezTo>
                          <a:cubicBezTo>
                            <a:pt x="157829" y="-4667"/>
                            <a:pt x="201454" y="11335"/>
                            <a:pt x="201454" y="11335"/>
                          </a:cubicBezTo>
                          <a:cubicBezTo>
                            <a:pt x="194024" y="88964"/>
                            <a:pt x="208216" y="93059"/>
                            <a:pt x="208216" y="93059"/>
                          </a:cubicBezTo>
                          <a:cubicBezTo>
                            <a:pt x="208216" y="93059"/>
                            <a:pt x="226790" y="76010"/>
                            <a:pt x="240221" y="78867"/>
                          </a:cubicBezTo>
                          <a:cubicBezTo>
                            <a:pt x="253746" y="81629"/>
                            <a:pt x="242983" y="128969"/>
                            <a:pt x="238030" y="142399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6" name="Google Shape;436;p3"/>
                    <p:cNvSpPr/>
                    <p:nvPr/>
                  </p:nvSpPr>
                  <p:spPr>
                    <a:xfrm>
                      <a:off x="4849462" y="1830387"/>
                      <a:ext cx="28575" cy="65531"/>
                    </a:xfrm>
                    <a:custGeom>
                      <a:rect b="b" l="l" r="r" t="t"/>
                      <a:pathLst>
                        <a:path extrusionOk="0" h="65531" w="28575">
                          <a:moveTo>
                            <a:pt x="1048" y="65532"/>
                          </a:moveTo>
                          <a:cubicBezTo>
                            <a:pt x="9430" y="19050"/>
                            <a:pt x="28575" y="14288"/>
                            <a:pt x="28575" y="14288"/>
                          </a:cubicBezTo>
                          <a:lnTo>
                            <a:pt x="0" y="0"/>
                          </a:lnTo>
                          <a:lnTo>
                            <a:pt x="1048" y="65532"/>
                          </a:ln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437" name="Google Shape;437;p3"/>
              <p:cNvSpPr/>
              <p:nvPr/>
            </p:nvSpPr>
            <p:spPr>
              <a:xfrm flipH="1">
                <a:off x="8528878" y="4076354"/>
                <a:ext cx="3043237" cy="1025121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extrusionOk="0" fill="none" h="120000" w="120000">
                    <a:moveTo>
                      <a:pt x="126395" y="0"/>
                    </a:moveTo>
                    <a:close/>
                  </a:path>
                  <a:path extrusionOk="0" fill="none" h="120000" w="120000">
                    <a:moveTo>
                      <a:pt x="126395" y="22500"/>
                    </a:moveTo>
                    <a:lnTo>
                      <a:pt x="154091" y="22140"/>
                    </a:lnTo>
                    <a:lnTo>
                      <a:pt x="153988" y="63791"/>
                    </a:lnTo>
                  </a:path>
                </a:pathLst>
              </a:custGeom>
              <a:solidFill>
                <a:schemeClr val="lt1">
                  <a:alpha val="49019"/>
                </a:schemeClr>
              </a:solidFill>
              <a:ln cap="flat" cmpd="sng" w="9525">
                <a:solidFill>
                  <a:schemeClr val="lt1">
                    <a:alpha val="74117"/>
                  </a:scheme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Orders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 can order the parts for different devices  as well as repair them too.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3"/>
              <p:cNvSpPr/>
              <p:nvPr/>
            </p:nvSpPr>
            <p:spPr>
              <a:xfrm flipH="1">
                <a:off x="8533934" y="2548898"/>
                <a:ext cx="3043237" cy="844727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extrusionOk="0" fill="none" h="120000" w="120000">
                    <a:moveTo>
                      <a:pt x="126395" y="0"/>
                    </a:moveTo>
                    <a:close/>
                  </a:path>
                  <a:path extrusionOk="0" fill="none" h="120000" w="120000">
                    <a:moveTo>
                      <a:pt x="126395" y="22500"/>
                    </a:moveTo>
                    <a:lnTo>
                      <a:pt x="190146" y="22140"/>
                    </a:lnTo>
                    <a:lnTo>
                      <a:pt x="189310" y="281882"/>
                    </a:lnTo>
                  </a:path>
                </a:pathLst>
              </a:custGeom>
              <a:solidFill>
                <a:schemeClr val="lt1">
                  <a:alpha val="49019"/>
                </a:schemeClr>
              </a:solidFill>
              <a:ln cap="flat" cmpd="sng" w="9525">
                <a:solidFill>
                  <a:schemeClr val="lt1">
                    <a:alpha val="74117"/>
                  </a:scheme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 friendly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 can choose the products and faults from the drop down.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"/>
              <p:cNvSpPr/>
              <p:nvPr/>
            </p:nvSpPr>
            <p:spPr>
              <a:xfrm flipH="1">
                <a:off x="8528742" y="1020950"/>
                <a:ext cx="3043237" cy="844727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extrusionOk="0" fill="none" h="120000" w="120000">
                    <a:moveTo>
                      <a:pt x="126395" y="0"/>
                    </a:moveTo>
                    <a:close/>
                  </a:path>
                  <a:path extrusionOk="0" fill="none" h="120000" w="120000">
                    <a:moveTo>
                      <a:pt x="126395" y="22500"/>
                    </a:moveTo>
                    <a:lnTo>
                      <a:pt x="231689" y="24964"/>
                    </a:lnTo>
                    <a:lnTo>
                      <a:pt x="230803" y="498744"/>
                    </a:lnTo>
                  </a:path>
                </a:pathLst>
              </a:custGeom>
              <a:solidFill>
                <a:schemeClr val="lt1">
                  <a:alpha val="49019"/>
                </a:schemeClr>
              </a:solidFill>
              <a:ln cap="flat" cmpd="sng" w="9525">
                <a:solidFill>
                  <a:schemeClr val="lt1">
                    <a:alpha val="74117"/>
                  </a:scheme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Immediate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Repair request can sent immdiatly without a any type of waiting.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0" name="Google Shape;440;p3"/>
            <p:cNvSpPr txBox="1"/>
            <p:nvPr/>
          </p:nvSpPr>
          <p:spPr>
            <a:xfrm>
              <a:off x="799524" y="1346621"/>
              <a:ext cx="310609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User can raise a repair request for his Electronic devices like Phone , AC and Remotes etc using the application. This helps user to avoid standing in the shops.  User can also order parts for different devices by using the same application.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84848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"/>
          <p:cNvSpPr txBox="1"/>
          <p:nvPr>
            <p:ph type="title"/>
          </p:nvPr>
        </p:nvSpPr>
        <p:spPr>
          <a:xfrm>
            <a:off x="628650" y="45720"/>
            <a:ext cx="7886700" cy="7015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lt1"/>
                </a:solidFill>
              </a:rPr>
              <a:t>Technician </a:t>
            </a:r>
            <a:r>
              <a:rPr lang="en-US" sz="3600">
                <a:solidFill>
                  <a:schemeClr val="lt1"/>
                </a:solidFill>
              </a:rPr>
              <a:t>module</a:t>
            </a:r>
            <a:endParaRPr sz="1100"/>
          </a:p>
        </p:txBody>
      </p:sp>
      <p:grpSp>
        <p:nvGrpSpPr>
          <p:cNvPr id="446" name="Google Shape;446;p4"/>
          <p:cNvGrpSpPr/>
          <p:nvPr/>
        </p:nvGrpSpPr>
        <p:grpSpPr>
          <a:xfrm>
            <a:off x="599643" y="870475"/>
            <a:ext cx="7942255" cy="3896787"/>
            <a:chOff x="799524" y="1343196"/>
            <a:chExt cx="10589673" cy="5195716"/>
          </a:xfrm>
        </p:grpSpPr>
        <p:grpSp>
          <p:nvGrpSpPr>
            <p:cNvPr id="447" name="Google Shape;447;p4"/>
            <p:cNvGrpSpPr/>
            <p:nvPr/>
          </p:nvGrpSpPr>
          <p:grpSpPr>
            <a:xfrm>
              <a:off x="802803" y="1343196"/>
              <a:ext cx="10586394" cy="5195716"/>
              <a:chOff x="990776" y="1020950"/>
              <a:chExt cx="10586395" cy="5195716"/>
            </a:xfrm>
          </p:grpSpPr>
          <p:grpSp>
            <p:nvGrpSpPr>
              <p:cNvPr id="448" name="Google Shape;448;p4"/>
              <p:cNvGrpSpPr/>
              <p:nvPr/>
            </p:nvGrpSpPr>
            <p:grpSpPr>
              <a:xfrm>
                <a:off x="990776" y="2198473"/>
                <a:ext cx="7170328" cy="4018193"/>
                <a:chOff x="1161959" y="2083169"/>
                <a:chExt cx="7374824" cy="4132792"/>
              </a:xfrm>
            </p:grpSpPr>
            <p:sp>
              <p:nvSpPr>
                <p:cNvPr id="449" name="Google Shape;449;p4"/>
                <p:cNvSpPr/>
                <p:nvPr/>
              </p:nvSpPr>
              <p:spPr>
                <a:xfrm>
                  <a:off x="1168435" y="4168886"/>
                  <a:ext cx="7368348" cy="2047075"/>
                </a:xfrm>
                <a:prstGeom prst="ellipse">
                  <a:avLst/>
                </a:prstGeom>
                <a:solidFill>
                  <a:schemeClr val="dk1">
                    <a:alpha val="49019"/>
                  </a:schemeClr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0" name="Google Shape;450;p4"/>
                <p:cNvGrpSpPr/>
                <p:nvPr/>
              </p:nvGrpSpPr>
              <p:grpSpPr>
                <a:xfrm>
                  <a:off x="1161959" y="2083169"/>
                  <a:ext cx="7368347" cy="3879750"/>
                  <a:chOff x="1360741" y="1735300"/>
                  <a:chExt cx="7368348" cy="3879750"/>
                </a:xfrm>
              </p:grpSpPr>
              <p:grpSp>
                <p:nvGrpSpPr>
                  <p:cNvPr id="451" name="Google Shape;451;p4"/>
                  <p:cNvGrpSpPr/>
                  <p:nvPr/>
                </p:nvGrpSpPr>
                <p:grpSpPr>
                  <a:xfrm>
                    <a:off x="1360741" y="3249517"/>
                    <a:ext cx="7368348" cy="2365533"/>
                    <a:chOff x="1360741" y="3249517"/>
                    <a:chExt cx="7368348" cy="2365533"/>
                  </a:xfrm>
                </p:grpSpPr>
                <p:grpSp>
                  <p:nvGrpSpPr>
                    <p:cNvPr id="452" name="Google Shape;452;p4"/>
                    <p:cNvGrpSpPr/>
                    <p:nvPr/>
                  </p:nvGrpSpPr>
                  <p:grpSpPr>
                    <a:xfrm>
                      <a:off x="1360741" y="3249517"/>
                      <a:ext cx="7368348" cy="2365533"/>
                      <a:chOff x="1360741" y="3249517"/>
                      <a:chExt cx="7368348" cy="2365533"/>
                    </a:xfrm>
                  </p:grpSpPr>
                  <p:grpSp>
                    <p:nvGrpSpPr>
                      <p:cNvPr id="453" name="Google Shape;453;p4"/>
                      <p:cNvGrpSpPr/>
                      <p:nvPr/>
                    </p:nvGrpSpPr>
                    <p:grpSpPr>
                      <a:xfrm>
                        <a:off x="2719196" y="3249517"/>
                        <a:ext cx="4679918" cy="1092421"/>
                        <a:chOff x="2719196" y="3249517"/>
                        <a:chExt cx="4679918" cy="1092421"/>
                      </a:xfrm>
                    </p:grpSpPr>
                    <p:sp>
                      <p:nvSpPr>
                        <p:cNvPr id="454" name="Google Shape;454;p4"/>
                        <p:cNvSpPr/>
                        <p:nvPr/>
                      </p:nvSpPr>
                      <p:spPr>
                        <a:xfrm>
                          <a:off x="2719196" y="3482784"/>
                          <a:ext cx="2332196" cy="859154"/>
                        </a:xfrm>
                        <a:custGeom>
                          <a:rect b="b" l="l" r="r" t="t"/>
                          <a:pathLst>
                            <a:path extrusionOk="0" h="859154" w="2332196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318195" y="859155"/>
                              </a:lnTo>
                              <a:lnTo>
                                <a:pt x="2332196" y="5766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55" name="Google Shape;455;p4"/>
                        <p:cNvSpPr/>
                        <p:nvPr/>
                      </p:nvSpPr>
                      <p:spPr>
                        <a:xfrm>
                          <a:off x="5037390" y="3489356"/>
                          <a:ext cx="2361723" cy="852582"/>
                        </a:xfrm>
                        <a:custGeom>
                          <a:rect b="b" l="l" r="r" t="t"/>
                          <a:pathLst>
                            <a:path extrusionOk="0" h="852582" w="2361723">
                              <a:moveTo>
                                <a:pt x="2361724" y="0"/>
                              </a:moveTo>
                              <a:lnTo>
                                <a:pt x="2333625" y="282511"/>
                              </a:lnTo>
                              <a:lnTo>
                                <a:pt x="0" y="852583"/>
                              </a:lnTo>
                              <a:lnTo>
                                <a:pt x="14002" y="57007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56" name="Google Shape;456;p4"/>
                        <p:cNvSpPr/>
                        <p:nvPr/>
                      </p:nvSpPr>
                      <p:spPr>
                        <a:xfrm>
                          <a:off x="2733198" y="3249517"/>
                          <a:ext cx="4665916" cy="809910"/>
                        </a:xfrm>
                        <a:custGeom>
                          <a:rect b="b" l="l" r="r" t="t"/>
                          <a:pathLst>
                            <a:path extrusionOk="0" h="809910" w="4665916">
                              <a:moveTo>
                                <a:pt x="4665917" y="239839"/>
                              </a:moveTo>
                              <a:lnTo>
                                <a:pt x="2318195" y="809911"/>
                              </a:lnTo>
                              <a:lnTo>
                                <a:pt x="0" y="233172"/>
                              </a:lnTo>
                              <a:cubicBezTo>
                                <a:pt x="632651" y="87344"/>
                                <a:pt x="1439609" y="0"/>
                                <a:pt x="2318671" y="0"/>
                              </a:cubicBezTo>
                              <a:cubicBezTo>
                                <a:pt x="3211068" y="95"/>
                                <a:pt x="4029075" y="90011"/>
                                <a:pt x="4665917" y="2398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F9000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457" name="Google Shape;457;p4"/>
                      <p:cNvGrpSpPr/>
                      <p:nvPr/>
                    </p:nvGrpSpPr>
                    <p:grpSpPr>
                      <a:xfrm>
                        <a:off x="1360741" y="3524599"/>
                        <a:ext cx="3518915" cy="1583626"/>
                        <a:chOff x="1360741" y="3524599"/>
                        <a:chExt cx="3518915" cy="1583626"/>
                      </a:xfrm>
                    </p:grpSpPr>
                    <p:sp>
                      <p:nvSpPr>
                        <p:cNvPr id="458" name="Google Shape;458;p4"/>
                        <p:cNvSpPr/>
                        <p:nvPr/>
                      </p:nvSpPr>
                      <p:spPr>
                        <a:xfrm>
                          <a:off x="1360741" y="3807206"/>
                          <a:ext cx="3504819" cy="1301019"/>
                        </a:xfrm>
                        <a:custGeom>
                          <a:rect b="b" l="l" r="r" t="t"/>
                          <a:pathLst>
                            <a:path extrusionOk="0" h="1301019" w="3504819">
                              <a:moveTo>
                                <a:pt x="3504819" y="576453"/>
                              </a:moveTo>
                              <a:lnTo>
                                <a:pt x="521017" y="1301020"/>
                              </a:lnTo>
                              <a:cubicBezTo>
                                <a:pt x="190214" y="1144714"/>
                                <a:pt x="0" y="961834"/>
                                <a:pt x="0" y="766381"/>
                              </a:cubicBezTo>
                              <a:lnTo>
                                <a:pt x="1429" y="736187"/>
                              </a:lnTo>
                              <a:lnTo>
                                <a:pt x="14097" y="483965"/>
                              </a:lnTo>
                              <a:cubicBezTo>
                                <a:pt x="14097" y="526828"/>
                                <a:pt x="23241" y="569023"/>
                                <a:pt x="40958" y="610457"/>
                              </a:cubicBezTo>
                              <a:cubicBezTo>
                                <a:pt x="168211" y="370332"/>
                                <a:pt x="584930" y="156972"/>
                                <a:pt x="1187387" y="0"/>
                              </a:cubicBezTo>
                              <a:lnTo>
                                <a:pt x="3504819" y="576453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59" name="Google Shape;459;p4"/>
                        <p:cNvSpPr/>
                        <p:nvPr/>
                      </p:nvSpPr>
                      <p:spPr>
                        <a:xfrm>
                          <a:off x="1881758" y="4101147"/>
                          <a:ext cx="2997898" cy="1007078"/>
                        </a:xfrm>
                        <a:custGeom>
                          <a:rect b="b" l="l" r="r" t="t"/>
                          <a:pathLst>
                            <a:path extrusionOk="0" h="1007078" w="2997898">
                              <a:moveTo>
                                <a:pt x="14002" y="724567"/>
                              </a:moveTo>
                              <a:lnTo>
                                <a:pt x="0" y="1007078"/>
                              </a:lnTo>
                              <a:lnTo>
                                <a:pt x="2983802" y="282512"/>
                              </a:lnTo>
                              <a:lnTo>
                                <a:pt x="2997899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A35622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60" name="Google Shape;460;p4"/>
                        <p:cNvSpPr/>
                        <p:nvPr/>
                      </p:nvSpPr>
                      <p:spPr>
                        <a:xfrm>
                          <a:off x="1374837" y="3524599"/>
                          <a:ext cx="3504818" cy="1301115"/>
                        </a:xfrm>
                        <a:custGeom>
                          <a:rect b="b" l="l" r="r" t="t"/>
                          <a:pathLst>
                            <a:path extrusionOk="0" h="1301115" w="3504818">
                              <a:moveTo>
                                <a:pt x="3504819" y="576548"/>
                              </a:moveTo>
                              <a:lnTo>
                                <a:pt x="521017" y="1301115"/>
                              </a:lnTo>
                              <a:cubicBezTo>
                                <a:pt x="190214" y="1144810"/>
                                <a:pt x="0" y="961930"/>
                                <a:pt x="0" y="766477"/>
                              </a:cubicBezTo>
                              <a:cubicBezTo>
                                <a:pt x="0" y="463296"/>
                                <a:pt x="457295" y="190310"/>
                                <a:pt x="1187291" y="0"/>
                              </a:cubicBezTo>
                              <a:lnTo>
                                <a:pt x="3504819" y="57654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55A11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461" name="Google Shape;461;p4"/>
                      <p:cNvGrpSpPr/>
                      <p:nvPr/>
                    </p:nvGrpSpPr>
                    <p:grpSpPr>
                      <a:xfrm>
                        <a:off x="5208840" y="3532124"/>
                        <a:ext cx="3520249" cy="1588579"/>
                        <a:chOff x="5208840" y="3532124"/>
                        <a:chExt cx="3520249" cy="1588579"/>
                      </a:xfrm>
                    </p:grpSpPr>
                    <p:sp>
                      <p:nvSpPr>
                        <p:cNvPr id="462" name="Google Shape;462;p4"/>
                        <p:cNvSpPr/>
                        <p:nvPr/>
                      </p:nvSpPr>
                      <p:spPr>
                        <a:xfrm>
                          <a:off x="5208840" y="4102100"/>
                          <a:ext cx="2972562" cy="1018508"/>
                        </a:xfrm>
                        <a:custGeom>
                          <a:rect b="b" l="l" r="r" t="t"/>
                          <a:pathLst>
                            <a:path extrusionOk="0" h="1018508" w="2972562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958465" y="1018508"/>
                              </a:lnTo>
                              <a:lnTo>
                                <a:pt x="2972562" y="73599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85623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63" name="Google Shape;463;p4"/>
                        <p:cNvSpPr/>
                        <p:nvPr/>
                      </p:nvSpPr>
                      <p:spPr>
                        <a:xfrm>
                          <a:off x="8167210" y="4320127"/>
                          <a:ext cx="560450" cy="800576"/>
                        </a:xfrm>
                        <a:custGeom>
                          <a:rect b="b" l="l" r="r" t="t"/>
                          <a:pathLst>
                            <a:path extrusionOk="0" h="800576" w="560450">
                              <a:moveTo>
                                <a:pt x="560451" y="0"/>
                              </a:moveTo>
                              <a:lnTo>
                                <a:pt x="547402" y="269081"/>
                              </a:lnTo>
                              <a:cubicBezTo>
                                <a:pt x="537305" y="463867"/>
                                <a:pt x="338233" y="645795"/>
                                <a:pt x="0" y="800576"/>
                              </a:cubicBezTo>
                              <a:lnTo>
                                <a:pt x="14097" y="518065"/>
                              </a:lnTo>
                              <a:cubicBezTo>
                                <a:pt x="269653" y="401098"/>
                                <a:pt x="445675" y="268700"/>
                                <a:pt x="520922" y="126873"/>
                              </a:cubicBezTo>
                              <a:cubicBezTo>
                                <a:pt x="520922" y="126873"/>
                                <a:pt x="520922" y="126873"/>
                                <a:pt x="520922" y="126778"/>
                              </a:cubicBezTo>
                              <a:cubicBezTo>
                                <a:pt x="543020" y="85249"/>
                                <a:pt x="556260" y="42863"/>
                                <a:pt x="56045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6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64" name="Google Shape;464;p4"/>
                        <p:cNvSpPr/>
                        <p:nvPr/>
                      </p:nvSpPr>
                      <p:spPr>
                        <a:xfrm>
                          <a:off x="5222842" y="3532124"/>
                          <a:ext cx="3506247" cy="1306067"/>
                        </a:xfrm>
                        <a:custGeom>
                          <a:rect b="b" l="l" r="r" t="t"/>
                          <a:pathLst>
                            <a:path extrusionOk="0" h="1306067" w="3506247">
                              <a:moveTo>
                                <a:pt x="3506248" y="758952"/>
                              </a:moveTo>
                              <a:lnTo>
                                <a:pt x="3504819" y="788003"/>
                              </a:lnTo>
                              <a:cubicBezTo>
                                <a:pt x="3486436" y="977741"/>
                                <a:pt x="3288983" y="1154811"/>
                                <a:pt x="2958465" y="1306068"/>
                              </a:cubicBezTo>
                              <a:lnTo>
                                <a:pt x="0" y="569976"/>
                              </a:lnTo>
                              <a:lnTo>
                                <a:pt x="2347246" y="0"/>
                              </a:lnTo>
                              <a:cubicBezTo>
                                <a:pt x="3060764" y="189929"/>
                                <a:pt x="3506248" y="459772"/>
                                <a:pt x="3506248" y="75895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548135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465" name="Google Shape;465;p4"/>
                      <p:cNvGrpSpPr/>
                      <p:nvPr/>
                    </p:nvGrpSpPr>
                    <p:grpSpPr>
                      <a:xfrm>
                        <a:off x="2005107" y="4143724"/>
                        <a:ext cx="6051613" cy="1471326"/>
                        <a:chOff x="2005107" y="4143724"/>
                        <a:chExt cx="6051613" cy="1471326"/>
                      </a:xfrm>
                    </p:grpSpPr>
                    <p:sp>
                      <p:nvSpPr>
                        <p:cNvPr id="466" name="Google Shape;466;p4"/>
                        <p:cNvSpPr/>
                        <p:nvPr/>
                      </p:nvSpPr>
                      <p:spPr>
                        <a:xfrm>
                          <a:off x="2005107" y="4426235"/>
                          <a:ext cx="6051613" cy="1188815"/>
                        </a:xfrm>
                        <a:custGeom>
                          <a:rect b="b" l="l" r="r" t="t"/>
                          <a:pathLst>
                            <a:path extrusionOk="0" h="1188815" w="6051613">
                              <a:moveTo>
                                <a:pt x="4893183" y="463105"/>
                              </a:moveTo>
                              <a:lnTo>
                                <a:pt x="3031903" y="0"/>
                              </a:lnTo>
                              <a:lnTo>
                                <a:pt x="1154335" y="456057"/>
                              </a:lnTo>
                              <a:lnTo>
                                <a:pt x="14097" y="453866"/>
                              </a:lnTo>
                              <a:lnTo>
                                <a:pt x="0" y="736378"/>
                              </a:lnTo>
                              <a:cubicBezTo>
                                <a:pt x="662750" y="1009650"/>
                                <a:pt x="1773936" y="1188815"/>
                                <a:pt x="3032760" y="1188815"/>
                              </a:cubicBezTo>
                              <a:cubicBezTo>
                                <a:pt x="4273963" y="1188815"/>
                                <a:pt x="5371624" y="1014603"/>
                                <a:pt x="6037517" y="747808"/>
                              </a:cubicBezTo>
                              <a:lnTo>
                                <a:pt x="6051614" y="465296"/>
                              </a:lnTo>
                              <a:lnTo>
                                <a:pt x="4893183" y="46310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5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67" name="Google Shape;467;p4"/>
                        <p:cNvSpPr/>
                        <p:nvPr/>
                      </p:nvSpPr>
                      <p:spPr>
                        <a:xfrm>
                          <a:off x="2019108" y="4143724"/>
                          <a:ext cx="6037516" cy="1188815"/>
                        </a:xfrm>
                        <a:custGeom>
                          <a:rect b="b" l="l" r="r" t="t"/>
                          <a:pathLst>
                            <a:path extrusionOk="0" h="1188815" w="6037516">
                              <a:moveTo>
                                <a:pt x="6037517" y="747808"/>
                              </a:moveTo>
                              <a:cubicBezTo>
                                <a:pt x="5371624" y="1014603"/>
                                <a:pt x="4273963" y="1188815"/>
                                <a:pt x="3032760" y="1188815"/>
                              </a:cubicBezTo>
                              <a:cubicBezTo>
                                <a:pt x="1773936" y="1188815"/>
                                <a:pt x="662750" y="1009650"/>
                                <a:pt x="0" y="736378"/>
                              </a:cubicBezTo>
                              <a:lnTo>
                                <a:pt x="3031903" y="0"/>
                              </a:lnTo>
                              <a:lnTo>
                                <a:pt x="6037517" y="7478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E75B5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68" name="Google Shape;468;p4"/>
                    <p:cNvGrpSpPr/>
                    <p:nvPr/>
                  </p:nvGrpSpPr>
                  <p:grpSpPr>
                    <a:xfrm>
                      <a:off x="2229802" y="3452685"/>
                      <a:ext cx="5644038" cy="1589912"/>
                      <a:chOff x="2229802" y="3452685"/>
                      <a:chExt cx="5644038" cy="1589912"/>
                    </a:xfrm>
                  </p:grpSpPr>
                  <p:sp>
                    <p:nvSpPr>
                      <p:cNvPr id="469" name="Google Shape;469;p4"/>
                      <p:cNvSpPr/>
                      <p:nvPr/>
                    </p:nvSpPr>
                    <p:spPr>
                      <a:xfrm>
                        <a:off x="2758629" y="4143819"/>
                        <a:ext cx="4564856" cy="898778"/>
                      </a:xfrm>
                      <a:custGeom>
                        <a:rect b="b" l="l" r="r" t="t"/>
                        <a:pathLst>
                          <a:path extrusionOk="0" h="898778" w="4564856">
                            <a:moveTo>
                              <a:pt x="4564856" y="565309"/>
                            </a:moveTo>
                            <a:cubicBezTo>
                              <a:pt x="4061365" y="767048"/>
                              <a:pt x="3231547" y="898779"/>
                              <a:pt x="2293049" y="898779"/>
                            </a:cubicBezTo>
                            <a:cubicBezTo>
                              <a:pt x="1341311" y="898779"/>
                              <a:pt x="501110" y="763333"/>
                              <a:pt x="0" y="556736"/>
                            </a:cubicBezTo>
                            <a:lnTo>
                              <a:pt x="2292382" y="0"/>
                            </a:lnTo>
                            <a:lnTo>
                              <a:pt x="4564856" y="565309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0" name="Google Shape;470;p4"/>
                      <p:cNvSpPr/>
                      <p:nvPr/>
                    </p:nvSpPr>
                    <p:spPr>
                      <a:xfrm>
                        <a:off x="5222842" y="3670998"/>
                        <a:ext cx="2650998" cy="987552"/>
                      </a:xfrm>
                      <a:custGeom>
                        <a:rect b="b" l="l" r="r" t="t"/>
                        <a:pathLst>
                          <a:path extrusionOk="0" h="987552" w="2650998">
                            <a:moveTo>
                              <a:pt x="2650998" y="573977"/>
                            </a:moveTo>
                            <a:lnTo>
                              <a:pt x="2649950" y="595884"/>
                            </a:lnTo>
                            <a:cubicBezTo>
                              <a:pt x="2636044" y="739330"/>
                              <a:pt x="2486692" y="873252"/>
                              <a:pt x="2236851" y="987552"/>
                            </a:cubicBezTo>
                            <a:lnTo>
                              <a:pt x="0" y="431006"/>
                            </a:lnTo>
                            <a:lnTo>
                              <a:pt x="1774698" y="0"/>
                            </a:lnTo>
                            <a:cubicBezTo>
                              <a:pt x="2314194" y="143732"/>
                              <a:pt x="2650998" y="347663"/>
                              <a:pt x="2650998" y="573977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1" name="Google Shape;471;p4"/>
                      <p:cNvSpPr/>
                      <p:nvPr/>
                    </p:nvSpPr>
                    <p:spPr>
                      <a:xfrm>
                        <a:off x="2229802" y="3665283"/>
                        <a:ext cx="2649950" cy="983741"/>
                      </a:xfrm>
                      <a:custGeom>
                        <a:rect b="b" l="l" r="r" t="t"/>
                        <a:pathLst>
                          <a:path extrusionOk="0" h="983741" w="2649950">
                            <a:moveTo>
                              <a:pt x="2649950" y="435959"/>
                            </a:moveTo>
                            <a:lnTo>
                              <a:pt x="393954" y="983742"/>
                            </a:lnTo>
                            <a:cubicBezTo>
                              <a:pt x="143827" y="865537"/>
                              <a:pt x="0" y="727234"/>
                              <a:pt x="0" y="579501"/>
                            </a:cubicBezTo>
                            <a:cubicBezTo>
                              <a:pt x="0" y="350330"/>
                              <a:pt x="345757" y="143923"/>
                              <a:pt x="897636" y="0"/>
                            </a:cubicBezTo>
                            <a:lnTo>
                              <a:pt x="2649950" y="435959"/>
                            </a:ln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2" name="Google Shape;472;p4"/>
                      <p:cNvSpPr/>
                      <p:nvPr/>
                    </p:nvSpPr>
                    <p:spPr>
                      <a:xfrm>
                        <a:off x="3315270" y="3452685"/>
                        <a:ext cx="3511010" cy="606742"/>
                      </a:xfrm>
                      <a:custGeom>
                        <a:rect b="b" l="l" r="r" t="t"/>
                        <a:pathLst>
                          <a:path extrusionOk="0" h="606742" w="3511010">
                            <a:moveTo>
                              <a:pt x="3511010" y="175736"/>
                            </a:moveTo>
                            <a:lnTo>
                              <a:pt x="1735931" y="606742"/>
                            </a:lnTo>
                            <a:lnTo>
                              <a:pt x="0" y="176308"/>
                            </a:lnTo>
                            <a:cubicBezTo>
                              <a:pt x="478346" y="66103"/>
                              <a:pt x="1088517" y="0"/>
                              <a:pt x="1753076" y="0"/>
                            </a:cubicBezTo>
                            <a:cubicBezTo>
                              <a:pt x="2427828" y="95"/>
                              <a:pt x="3046381" y="68104"/>
                              <a:pt x="3511010" y="175736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73" name="Google Shape;473;p4"/>
                    <p:cNvGrpSpPr/>
                    <p:nvPr/>
                  </p:nvGrpSpPr>
                  <p:grpSpPr>
                    <a:xfrm>
                      <a:off x="3176777" y="3665950"/>
                      <a:ext cx="3749611" cy="1055464"/>
                      <a:chOff x="3176777" y="3665950"/>
                      <a:chExt cx="3749611" cy="1055464"/>
                    </a:xfrm>
                  </p:grpSpPr>
                  <p:sp>
                    <p:nvSpPr>
                      <p:cNvPr id="474" name="Google Shape;474;p4"/>
                      <p:cNvSpPr/>
                      <p:nvPr/>
                    </p:nvSpPr>
                    <p:spPr>
                      <a:xfrm>
                        <a:off x="3577970" y="4143819"/>
                        <a:ext cx="2933413" cy="577595"/>
                      </a:xfrm>
                      <a:custGeom>
                        <a:rect b="b" l="l" r="r" t="t"/>
                        <a:pathLst>
                          <a:path extrusionOk="0" h="577595" w="2933413">
                            <a:moveTo>
                              <a:pt x="2933414" y="363283"/>
                            </a:moveTo>
                            <a:cubicBezTo>
                              <a:pt x="2609850" y="492919"/>
                              <a:pt x="2076545" y="577596"/>
                              <a:pt x="1473517" y="577596"/>
                            </a:cubicBezTo>
                            <a:cubicBezTo>
                              <a:pt x="861917" y="577596"/>
                              <a:pt x="322040" y="490538"/>
                              <a:pt x="0" y="357759"/>
                            </a:cubicBezTo>
                            <a:lnTo>
                              <a:pt x="1473136" y="0"/>
                            </a:lnTo>
                            <a:lnTo>
                              <a:pt x="2933414" y="363283"/>
                            </a:lnTo>
                            <a:close/>
                          </a:path>
                        </a:pathLst>
                      </a:custGeom>
                      <a:solidFill>
                        <a:srgbClr val="9CC2E5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5" name="Google Shape;475;p4"/>
                      <p:cNvSpPr/>
                      <p:nvPr/>
                    </p:nvSpPr>
                    <p:spPr>
                      <a:xfrm>
                        <a:off x="5222842" y="3825017"/>
                        <a:ext cx="1703546" cy="634650"/>
                      </a:xfrm>
                      <a:custGeom>
                        <a:rect b="b" l="l" r="r" t="t"/>
                        <a:pathLst>
                          <a:path extrusionOk="0" h="634650" w="1703546">
                            <a:moveTo>
                              <a:pt x="1703546" y="368808"/>
                            </a:moveTo>
                            <a:lnTo>
                              <a:pt x="1702880" y="382905"/>
                            </a:lnTo>
                            <a:cubicBezTo>
                              <a:pt x="1693926" y="475107"/>
                              <a:pt x="1598009" y="561118"/>
                              <a:pt x="1437418" y="634651"/>
                            </a:cubicBezTo>
                            <a:lnTo>
                              <a:pt x="0" y="276987"/>
                            </a:lnTo>
                            <a:lnTo>
                              <a:pt x="1140428" y="0"/>
                            </a:lnTo>
                            <a:cubicBezTo>
                              <a:pt x="1487139" y="92392"/>
                              <a:pt x="1703546" y="223456"/>
                              <a:pt x="1703546" y="368808"/>
                            </a:cubicBezTo>
                            <a:close/>
                          </a:path>
                        </a:pathLst>
                      </a:custGeom>
                      <a:solidFill>
                        <a:srgbClr val="A8D08C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6" name="Google Shape;476;p4"/>
                      <p:cNvSpPr/>
                      <p:nvPr/>
                    </p:nvSpPr>
                    <p:spPr>
                      <a:xfrm>
                        <a:off x="3176777" y="3821017"/>
                        <a:ext cx="1702974" cy="632174"/>
                      </a:xfrm>
                      <a:custGeom>
                        <a:rect b="b" l="l" r="r" t="t"/>
                        <a:pathLst>
                          <a:path extrusionOk="0" h="632174" w="1702974">
                            <a:moveTo>
                              <a:pt x="1702975" y="280130"/>
                            </a:moveTo>
                            <a:lnTo>
                              <a:pt x="253175" y="632174"/>
                            </a:lnTo>
                            <a:cubicBezTo>
                              <a:pt x="92488" y="556260"/>
                              <a:pt x="0" y="467392"/>
                              <a:pt x="0" y="372428"/>
                            </a:cubicBezTo>
                            <a:cubicBezTo>
                              <a:pt x="0" y="225171"/>
                              <a:pt x="222218" y="92488"/>
                              <a:pt x="576834" y="0"/>
                            </a:cubicBezTo>
                            <a:lnTo>
                              <a:pt x="1702975" y="280130"/>
                            </a:lnTo>
                            <a:close/>
                          </a:path>
                        </a:pathLst>
                      </a:custGeom>
                      <a:solidFill>
                        <a:srgbClr val="F4B081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7" name="Google Shape;477;p4"/>
                      <p:cNvSpPr/>
                      <p:nvPr/>
                    </p:nvSpPr>
                    <p:spPr>
                      <a:xfrm>
                        <a:off x="3925061" y="3665950"/>
                        <a:ext cx="2267045" cy="393477"/>
                      </a:xfrm>
                      <a:custGeom>
                        <a:rect b="b" l="l" r="r" t="t"/>
                        <a:pathLst>
                          <a:path extrusionOk="0" h="393477" w="2267045">
                            <a:moveTo>
                              <a:pt x="2267046" y="116491"/>
                            </a:moveTo>
                            <a:lnTo>
                              <a:pt x="1126331" y="393478"/>
                            </a:lnTo>
                            <a:lnTo>
                              <a:pt x="0" y="113252"/>
                            </a:lnTo>
                            <a:cubicBezTo>
                              <a:pt x="307372" y="42386"/>
                              <a:pt x="699516" y="0"/>
                              <a:pt x="1126617" y="0"/>
                            </a:cubicBezTo>
                            <a:cubicBezTo>
                              <a:pt x="1560195" y="0"/>
                              <a:pt x="1957673" y="43720"/>
                              <a:pt x="2267046" y="116491"/>
                            </a:cubicBezTo>
                            <a:close/>
                          </a:path>
                        </a:pathLst>
                      </a:custGeom>
                      <a:solidFill>
                        <a:srgbClr val="FFD966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78" name="Google Shape;478;p4"/>
                    <p:cNvSpPr/>
                    <p:nvPr/>
                  </p:nvSpPr>
                  <p:spPr>
                    <a:xfrm>
                      <a:off x="4450699" y="3998263"/>
                      <a:ext cx="1211008" cy="301942"/>
                    </a:xfrm>
                    <a:custGeom>
                      <a:rect b="b" l="l" r="r" t="t"/>
                      <a:pathLst>
                        <a:path extrusionOk="0" h="301942" w="1211008">
                          <a:moveTo>
                            <a:pt x="1211009" y="150971"/>
                          </a:moveTo>
                          <a:cubicBezTo>
                            <a:pt x="1211009" y="234350"/>
                            <a:pt x="939915" y="301943"/>
                            <a:pt x="605504" y="301943"/>
                          </a:cubicBezTo>
                          <a:cubicBezTo>
                            <a:pt x="271094" y="301943"/>
                            <a:pt x="0" y="234350"/>
                            <a:pt x="0" y="150971"/>
                          </a:cubicBezTo>
                          <a:cubicBezTo>
                            <a:pt x="0" y="67592"/>
                            <a:pt x="271094" y="0"/>
                            <a:pt x="605504" y="0"/>
                          </a:cubicBezTo>
                          <a:cubicBezTo>
                            <a:pt x="939915" y="0"/>
                            <a:pt x="1211009" y="67592"/>
                            <a:pt x="1211009" y="15097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79" name="Google Shape;479;p4"/>
                  <p:cNvGrpSpPr/>
                  <p:nvPr/>
                </p:nvGrpSpPr>
                <p:grpSpPr>
                  <a:xfrm>
                    <a:off x="4153470" y="1735300"/>
                    <a:ext cx="1298350" cy="2422996"/>
                    <a:chOff x="4153470" y="1735300"/>
                    <a:chExt cx="1298350" cy="2422996"/>
                  </a:xfrm>
                </p:grpSpPr>
                <p:grpSp>
                  <p:nvGrpSpPr>
                    <p:cNvPr id="480" name="Google Shape;480;p4"/>
                    <p:cNvGrpSpPr/>
                    <p:nvPr/>
                  </p:nvGrpSpPr>
                  <p:grpSpPr>
                    <a:xfrm>
                      <a:off x="4710683" y="3960558"/>
                      <a:ext cx="301656" cy="197738"/>
                      <a:chOff x="4710683" y="3960558"/>
                      <a:chExt cx="301656" cy="197738"/>
                    </a:xfrm>
                  </p:grpSpPr>
                  <p:sp>
                    <p:nvSpPr>
                      <p:cNvPr id="481" name="Google Shape;481;p4"/>
                      <p:cNvSpPr/>
                      <p:nvPr/>
                    </p:nvSpPr>
                    <p:spPr>
                      <a:xfrm>
                        <a:off x="4909089" y="3960558"/>
                        <a:ext cx="103155" cy="61340"/>
                      </a:xfrm>
                      <a:custGeom>
                        <a:rect b="b" l="l" r="r" t="t"/>
                        <a:pathLst>
                          <a:path extrusionOk="0" h="61340" w="103155">
                            <a:moveTo>
                              <a:pt x="103156" y="0"/>
                            </a:moveTo>
                            <a:lnTo>
                              <a:pt x="95536" y="57626"/>
                            </a:lnTo>
                            <a:lnTo>
                              <a:pt x="0" y="61341"/>
                            </a:lnTo>
                            <a:lnTo>
                              <a:pt x="4286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2" name="Google Shape;482;p4"/>
                      <p:cNvSpPr/>
                      <p:nvPr/>
                    </p:nvSpPr>
                    <p:spPr>
                      <a:xfrm>
                        <a:off x="4710683" y="4011109"/>
                        <a:ext cx="301656" cy="147187"/>
                      </a:xfrm>
                      <a:custGeom>
                        <a:rect b="b" l="l" r="r" t="t"/>
                        <a:pathLst>
                          <a:path extrusionOk="0" h="147187" w="301656">
                            <a:moveTo>
                              <a:pt x="301657" y="146426"/>
                            </a:moveTo>
                            <a:lnTo>
                              <a:pt x="0" y="147188"/>
                            </a:lnTo>
                            <a:cubicBezTo>
                              <a:pt x="0" y="147188"/>
                              <a:pt x="42958" y="66130"/>
                              <a:pt x="188214" y="29078"/>
                            </a:cubicBezTo>
                            <a:cubicBezTo>
                              <a:pt x="188214" y="29078"/>
                              <a:pt x="192596" y="-1021"/>
                              <a:pt x="192786" y="27"/>
                            </a:cubicBezTo>
                            <a:cubicBezTo>
                              <a:pt x="192977" y="1074"/>
                              <a:pt x="298323" y="27"/>
                              <a:pt x="298323" y="27"/>
                            </a:cubicBezTo>
                            <a:lnTo>
                              <a:pt x="301657" y="146426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83" name="Google Shape;483;p4"/>
                    <p:cNvGrpSpPr/>
                    <p:nvPr/>
                  </p:nvGrpSpPr>
                  <p:grpSpPr>
                    <a:xfrm>
                      <a:off x="5058536" y="3952748"/>
                      <a:ext cx="288703" cy="205453"/>
                      <a:chOff x="5058536" y="3952748"/>
                      <a:chExt cx="288703" cy="205453"/>
                    </a:xfrm>
                  </p:grpSpPr>
                  <p:sp>
                    <p:nvSpPr>
                      <p:cNvPr id="484" name="Google Shape;484;p4"/>
                      <p:cNvSpPr/>
                      <p:nvPr/>
                    </p:nvSpPr>
                    <p:spPr>
                      <a:xfrm>
                        <a:off x="5226747" y="3952748"/>
                        <a:ext cx="110204" cy="74771"/>
                      </a:xfrm>
                      <a:custGeom>
                        <a:rect b="b" l="l" r="r" t="t"/>
                        <a:pathLst>
                          <a:path extrusionOk="0" h="74771" w="110204">
                            <a:moveTo>
                              <a:pt x="107252" y="0"/>
                            </a:moveTo>
                            <a:lnTo>
                              <a:pt x="110204" y="65818"/>
                            </a:lnTo>
                            <a:lnTo>
                              <a:pt x="8096" y="7477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5" name="Google Shape;485;p4"/>
                      <p:cNvSpPr/>
                      <p:nvPr/>
                    </p:nvSpPr>
                    <p:spPr>
                      <a:xfrm>
                        <a:off x="5058536" y="4010945"/>
                        <a:ext cx="288703" cy="147256"/>
                      </a:xfrm>
                      <a:custGeom>
                        <a:rect b="b" l="l" r="r" t="t"/>
                        <a:pathLst>
                          <a:path extrusionOk="0" h="147256" w="288703">
                            <a:moveTo>
                              <a:pt x="281940" y="7429"/>
                            </a:moveTo>
                            <a:lnTo>
                              <a:pt x="288703" y="145161"/>
                            </a:lnTo>
                            <a:lnTo>
                              <a:pt x="0" y="147257"/>
                            </a:lnTo>
                            <a:cubicBezTo>
                              <a:pt x="0" y="147257"/>
                              <a:pt x="34957" y="66389"/>
                              <a:pt x="168212" y="19431"/>
                            </a:cubicBezTo>
                            <a:cubicBezTo>
                              <a:pt x="168212" y="19431"/>
                              <a:pt x="170212" y="-953"/>
                              <a:pt x="170402" y="95"/>
                            </a:cubicBezTo>
                            <a:cubicBezTo>
                              <a:pt x="170593" y="1143"/>
                              <a:pt x="280702" y="0"/>
                              <a:pt x="280702" y="0"/>
                            </a:cubicBezTo>
                            <a:lnTo>
                              <a:pt x="281940" y="7429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86" name="Google Shape;486;p4"/>
                    <p:cNvGrpSpPr/>
                    <p:nvPr/>
                  </p:nvGrpSpPr>
                  <p:grpSpPr>
                    <a:xfrm>
                      <a:off x="4890325" y="2658586"/>
                      <a:ext cx="453485" cy="1312068"/>
                      <a:chOff x="4890325" y="2658586"/>
                      <a:chExt cx="453485" cy="1312068"/>
                    </a:xfrm>
                  </p:grpSpPr>
                  <p:sp>
                    <p:nvSpPr>
                      <p:cNvPr id="487" name="Google Shape;487;p4"/>
                      <p:cNvSpPr/>
                      <p:nvPr/>
                    </p:nvSpPr>
                    <p:spPr>
                      <a:xfrm>
                        <a:off x="4890325" y="2658586"/>
                        <a:ext cx="453485" cy="1312068"/>
                      </a:xfrm>
                      <a:custGeom>
                        <a:rect b="b" l="l" r="r" t="t"/>
                        <a:pathLst>
                          <a:path extrusionOk="0" h="1312068" w="453485">
                            <a:moveTo>
                              <a:pt x="453485" y="1310640"/>
                            </a:moveTo>
                            <a:lnTo>
                              <a:pt x="409575" y="1311116"/>
                            </a:lnTo>
                            <a:lnTo>
                              <a:pt x="310134" y="1312069"/>
                            </a:lnTo>
                            <a:lnTo>
                              <a:pt x="188690" y="483299"/>
                            </a:lnTo>
                            <a:lnTo>
                              <a:pt x="130969" y="1304068"/>
                            </a:lnTo>
                            <a:lnTo>
                              <a:pt x="0" y="1304068"/>
                            </a:lnTo>
                            <a:lnTo>
                              <a:pt x="18859" y="138208"/>
                            </a:lnTo>
                            <a:lnTo>
                              <a:pt x="36385" y="36386"/>
                            </a:lnTo>
                            <a:lnTo>
                              <a:pt x="269462" y="6953"/>
                            </a:lnTo>
                            <a:lnTo>
                              <a:pt x="324517" y="0"/>
                            </a:lnTo>
                            <a:cubicBezTo>
                              <a:pt x="324326" y="7144"/>
                              <a:pt x="343376" y="54292"/>
                              <a:pt x="343376" y="54292"/>
                            </a:cubicBezTo>
                            <a:cubicBezTo>
                              <a:pt x="385286" y="128397"/>
                              <a:pt x="368236" y="255556"/>
                              <a:pt x="368236" y="255556"/>
                            </a:cubicBezTo>
                            <a:lnTo>
                              <a:pt x="453485" y="131064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8" name="Google Shape;488;p4"/>
                      <p:cNvSpPr/>
                      <p:nvPr/>
                    </p:nvSpPr>
                    <p:spPr>
                      <a:xfrm>
                        <a:off x="5159787" y="2658586"/>
                        <a:ext cx="184023" cy="1311306"/>
                      </a:xfrm>
                      <a:custGeom>
                        <a:rect b="b" l="l" r="r" t="t"/>
                        <a:pathLst>
                          <a:path extrusionOk="0" h="1311306" w="184023">
                            <a:moveTo>
                              <a:pt x="184023" y="1310640"/>
                            </a:moveTo>
                            <a:lnTo>
                              <a:pt x="124968" y="1311307"/>
                            </a:lnTo>
                            <a:lnTo>
                              <a:pt x="1715" y="14859"/>
                            </a:lnTo>
                            <a:cubicBezTo>
                              <a:pt x="1715" y="14859"/>
                              <a:pt x="1143" y="11811"/>
                              <a:pt x="0" y="6953"/>
                            </a:cubicBezTo>
                            <a:lnTo>
                              <a:pt x="55054" y="0"/>
                            </a:lnTo>
                            <a:cubicBezTo>
                              <a:pt x="54864" y="7144"/>
                              <a:pt x="73914" y="54292"/>
                              <a:pt x="73914" y="54292"/>
                            </a:cubicBezTo>
                            <a:cubicBezTo>
                              <a:pt x="115824" y="128397"/>
                              <a:pt x="98774" y="255556"/>
                              <a:pt x="98774" y="255556"/>
                            </a:cubicBezTo>
                            <a:lnTo>
                              <a:pt x="184023" y="1310640"/>
                            </a:lnTo>
                            <a:close/>
                          </a:path>
                        </a:pathLst>
                      </a:custGeom>
                      <a:solidFill>
                        <a:srgbClr val="394759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9" name="Google Shape;489;p4"/>
                      <p:cNvSpPr/>
                      <p:nvPr/>
                    </p:nvSpPr>
                    <p:spPr>
                      <a:xfrm>
                        <a:off x="4922995" y="2680208"/>
                        <a:ext cx="298227" cy="42042"/>
                      </a:xfrm>
                      <a:custGeom>
                        <a:rect b="b" l="l" r="r" t="t"/>
                        <a:pathLst>
                          <a:path extrusionOk="0" h="42042" w="298227">
                            <a:moveTo>
                              <a:pt x="0" y="36481"/>
                            </a:moveTo>
                            <a:cubicBezTo>
                              <a:pt x="58483" y="50006"/>
                              <a:pt x="230791" y="39243"/>
                              <a:pt x="298228" y="0"/>
                            </a:cubicBezTo>
                          </a:path>
                        </a:pathLst>
                      </a:custGeom>
                      <a:noFill/>
                      <a:ln cap="flat" cmpd="sng" w="9525">
                        <a:solidFill>
                          <a:srgbClr val="404040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90" name="Google Shape;490;p4"/>
                      <p:cNvSpPr/>
                      <p:nvPr/>
                    </p:nvSpPr>
                    <p:spPr>
                      <a:xfrm>
                        <a:off x="4981963" y="2901473"/>
                        <a:ext cx="102576" cy="1061085"/>
                      </a:xfrm>
                      <a:custGeom>
                        <a:rect b="b" l="l" r="r" t="t"/>
                        <a:pathLst>
                          <a:path extrusionOk="0" h="1061085" w="102576">
                            <a:moveTo>
                              <a:pt x="102576" y="277463"/>
                            </a:moveTo>
                            <a:lnTo>
                              <a:pt x="39235" y="1061085"/>
                            </a:lnTo>
                            <a:lnTo>
                              <a:pt x="1516" y="1061085"/>
                            </a:lnTo>
                            <a:cubicBezTo>
                              <a:pt x="-11247" y="1061085"/>
                              <a:pt x="60762" y="0"/>
                              <a:pt x="60762" y="0"/>
                            </a:cubicBezTo>
                            <a:lnTo>
                              <a:pt x="102576" y="277463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91" name="Google Shape;491;p4"/>
                    <p:cNvSpPr/>
                    <p:nvPr/>
                  </p:nvSpPr>
                  <p:spPr>
                    <a:xfrm>
                      <a:off x="4292491" y="2299866"/>
                      <a:ext cx="562591" cy="367022"/>
                    </a:xfrm>
                    <a:custGeom>
                      <a:rect b="b" l="l" r="r" t="t"/>
                      <a:pathLst>
                        <a:path extrusionOk="0" h="367022" w="562591">
                          <a:moveTo>
                            <a:pt x="562591" y="241563"/>
                          </a:moveTo>
                          <a:cubicBezTo>
                            <a:pt x="551542" y="282520"/>
                            <a:pt x="485915" y="373770"/>
                            <a:pt x="463055" y="366626"/>
                          </a:cubicBezTo>
                          <a:cubicBezTo>
                            <a:pt x="348755" y="318525"/>
                            <a:pt x="235027" y="201748"/>
                            <a:pt x="156255" y="170030"/>
                          </a:cubicBezTo>
                          <a:cubicBezTo>
                            <a:pt x="76912" y="138121"/>
                            <a:pt x="2045" y="58683"/>
                            <a:pt x="45" y="17535"/>
                          </a:cubicBezTo>
                          <a:cubicBezTo>
                            <a:pt x="-527" y="6486"/>
                            <a:pt x="4331" y="-277"/>
                            <a:pt x="15856" y="9"/>
                          </a:cubicBezTo>
                          <a:cubicBezTo>
                            <a:pt x="69197" y="1056"/>
                            <a:pt x="129775" y="63731"/>
                            <a:pt x="133205" y="66684"/>
                          </a:cubicBezTo>
                          <a:cubicBezTo>
                            <a:pt x="133205" y="66684"/>
                            <a:pt x="135300" y="62588"/>
                            <a:pt x="129299" y="53063"/>
                          </a:cubicBezTo>
                          <a:cubicBezTo>
                            <a:pt x="127299" y="49920"/>
                            <a:pt x="120441" y="41442"/>
                            <a:pt x="120441" y="41442"/>
                          </a:cubicBezTo>
                          <a:cubicBezTo>
                            <a:pt x="114059" y="34394"/>
                            <a:pt x="105487" y="32108"/>
                            <a:pt x="100534" y="28298"/>
                          </a:cubicBezTo>
                          <a:cubicBezTo>
                            <a:pt x="99772" y="27345"/>
                            <a:pt x="95009" y="21345"/>
                            <a:pt x="108344" y="19821"/>
                          </a:cubicBezTo>
                          <a:cubicBezTo>
                            <a:pt x="172828" y="35727"/>
                            <a:pt x="175305" y="98878"/>
                            <a:pt x="200832" y="126120"/>
                          </a:cubicBezTo>
                          <a:cubicBezTo>
                            <a:pt x="275984" y="190795"/>
                            <a:pt x="451816" y="237658"/>
                            <a:pt x="451816" y="237658"/>
                          </a:cubicBezTo>
                          <a:lnTo>
                            <a:pt x="472390" y="192223"/>
                          </a:lnTo>
                          <a:lnTo>
                            <a:pt x="562591" y="241563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92" name="Google Shape;492;p4"/>
                    <p:cNvGrpSpPr/>
                    <p:nvPr/>
                  </p:nvGrpSpPr>
                  <p:grpSpPr>
                    <a:xfrm>
                      <a:off x="4153470" y="2129853"/>
                      <a:ext cx="291179" cy="340074"/>
                      <a:chOff x="4153470" y="2129853"/>
                      <a:chExt cx="291179" cy="340074"/>
                    </a:xfrm>
                  </p:grpSpPr>
                  <p:sp>
                    <p:nvSpPr>
                      <p:cNvPr id="493" name="Google Shape;493;p4"/>
                      <p:cNvSpPr/>
                      <p:nvPr/>
                    </p:nvSpPr>
                    <p:spPr>
                      <a:xfrm>
                        <a:off x="4153470" y="2129853"/>
                        <a:ext cx="291179" cy="340074"/>
                      </a:xfrm>
                      <a:custGeom>
                        <a:rect b="b" l="l" r="r" t="t"/>
                        <a:pathLst>
                          <a:path extrusionOk="0" h="340074" w="291179">
                            <a:moveTo>
                              <a:pt x="0" y="51625"/>
                            </a:moveTo>
                            <a:cubicBezTo>
                              <a:pt x="571" y="52102"/>
                              <a:pt x="162306" y="343567"/>
                              <a:pt x="163735" y="340042"/>
                            </a:cubicBezTo>
                            <a:cubicBezTo>
                              <a:pt x="165259" y="336518"/>
                              <a:pt x="291179" y="274796"/>
                              <a:pt x="291179" y="274796"/>
                            </a:cubicBezTo>
                            <a:lnTo>
                              <a:pt x="154496" y="0"/>
                            </a:lnTo>
                            <a:lnTo>
                              <a:pt x="0" y="51625"/>
                            </a:lnTo>
                            <a:close/>
                          </a:path>
                        </a:pathLst>
                      </a:custGeom>
                      <a:solidFill>
                        <a:srgbClr val="CBCBCB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94" name="Google Shape;494;p4"/>
                      <p:cNvSpPr/>
                      <p:nvPr/>
                    </p:nvSpPr>
                    <p:spPr>
                      <a:xfrm>
                        <a:off x="4188142" y="2153666"/>
                        <a:ext cx="234410" cy="289750"/>
                      </a:xfrm>
                      <a:custGeom>
                        <a:rect b="b" l="l" r="r" t="t"/>
                        <a:pathLst>
                          <a:path extrusionOk="0" h="289750" w="234410">
                            <a:moveTo>
                              <a:pt x="0" y="39433"/>
                            </a:moveTo>
                            <a:lnTo>
                              <a:pt x="134398" y="289750"/>
                            </a:lnTo>
                            <a:lnTo>
                              <a:pt x="234410" y="236029"/>
                            </a:lnTo>
                            <a:lnTo>
                              <a:pt x="116967" y="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95" name="Google Shape;495;p4"/>
                    <p:cNvSpPr/>
                    <p:nvPr/>
                  </p:nvSpPr>
                  <p:spPr>
                    <a:xfrm>
                      <a:off x="4391498" y="2319492"/>
                      <a:ext cx="84276" cy="102363"/>
                    </a:xfrm>
                    <a:custGeom>
                      <a:rect b="b" l="l" r="r" t="t"/>
                      <a:pathLst>
                        <a:path extrusionOk="0" h="102363" w="84276">
                          <a:moveTo>
                            <a:pt x="31054" y="96016"/>
                          </a:moveTo>
                          <a:cubicBezTo>
                            <a:pt x="24768" y="68584"/>
                            <a:pt x="34388" y="51534"/>
                            <a:pt x="34483" y="44676"/>
                          </a:cubicBezTo>
                          <a:cubicBezTo>
                            <a:pt x="34578" y="37818"/>
                            <a:pt x="22482" y="17530"/>
                            <a:pt x="7527" y="12100"/>
                          </a:cubicBezTo>
                          <a:cubicBezTo>
                            <a:pt x="-7332" y="6671"/>
                            <a:pt x="1717" y="-4568"/>
                            <a:pt x="18100" y="2004"/>
                          </a:cubicBezTo>
                          <a:cubicBezTo>
                            <a:pt x="34483" y="8576"/>
                            <a:pt x="63344" y="23626"/>
                            <a:pt x="81251" y="72203"/>
                          </a:cubicBezTo>
                          <a:cubicBezTo>
                            <a:pt x="99253" y="120876"/>
                            <a:pt x="31054" y="96016"/>
                            <a:pt x="31054" y="9601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96" name="Google Shape;496;p4"/>
                    <p:cNvGrpSpPr/>
                    <p:nvPr/>
                  </p:nvGrpSpPr>
                  <p:grpSpPr>
                    <a:xfrm>
                      <a:off x="4744402" y="2117756"/>
                      <a:ext cx="668940" cy="581032"/>
                      <a:chOff x="4744402" y="2117756"/>
                      <a:chExt cx="668940" cy="581032"/>
                    </a:xfrm>
                  </p:grpSpPr>
                  <p:sp>
                    <p:nvSpPr>
                      <p:cNvPr id="497" name="Google Shape;497;p4"/>
                      <p:cNvSpPr/>
                      <p:nvPr/>
                    </p:nvSpPr>
                    <p:spPr>
                      <a:xfrm>
                        <a:off x="4764976" y="2117756"/>
                        <a:ext cx="644175" cy="581032"/>
                      </a:xfrm>
                      <a:custGeom>
                        <a:rect b="b" l="l" r="r" t="t"/>
                        <a:pathLst>
                          <a:path extrusionOk="0" h="581032" w="644175">
                            <a:moveTo>
                              <a:pt x="492919" y="28766"/>
                            </a:moveTo>
                            <a:cubicBezTo>
                              <a:pt x="432911" y="0"/>
                              <a:pt x="362807" y="0"/>
                              <a:pt x="324040" y="0"/>
                            </a:cubicBezTo>
                            <a:cubicBezTo>
                              <a:pt x="324040" y="0"/>
                              <a:pt x="294704" y="3143"/>
                              <a:pt x="225266" y="21812"/>
                            </a:cubicBezTo>
                            <a:cubicBezTo>
                              <a:pt x="155829" y="40577"/>
                              <a:pt x="103346" y="76200"/>
                              <a:pt x="69532" y="123158"/>
                            </a:cubicBezTo>
                            <a:cubicBezTo>
                              <a:pt x="56959" y="140684"/>
                              <a:pt x="50101" y="152876"/>
                              <a:pt x="46482" y="161354"/>
                            </a:cubicBezTo>
                            <a:cubicBezTo>
                              <a:pt x="18193" y="216122"/>
                              <a:pt x="3429" y="318325"/>
                              <a:pt x="0" y="338900"/>
                            </a:cubicBezTo>
                            <a:lnTo>
                              <a:pt x="25622" y="423577"/>
                            </a:lnTo>
                            <a:lnTo>
                              <a:pt x="68389" y="469106"/>
                            </a:lnTo>
                            <a:lnTo>
                              <a:pt x="114205" y="422053"/>
                            </a:lnTo>
                            <a:lnTo>
                              <a:pt x="115919" y="420338"/>
                            </a:lnTo>
                            <a:cubicBezTo>
                              <a:pt x="134112" y="482537"/>
                              <a:pt x="149733" y="536067"/>
                              <a:pt x="158020" y="561499"/>
                            </a:cubicBezTo>
                            <a:cubicBezTo>
                              <a:pt x="158972" y="564547"/>
                              <a:pt x="150590" y="575596"/>
                              <a:pt x="151352" y="577977"/>
                            </a:cubicBezTo>
                            <a:lnTo>
                              <a:pt x="161449" y="578930"/>
                            </a:lnTo>
                            <a:cubicBezTo>
                              <a:pt x="188690" y="583501"/>
                              <a:pt x="213265" y="579406"/>
                              <a:pt x="239744" y="577977"/>
                            </a:cubicBezTo>
                            <a:cubicBezTo>
                              <a:pt x="344710" y="572072"/>
                              <a:pt x="448437" y="543401"/>
                              <a:pt x="448437" y="543401"/>
                            </a:cubicBezTo>
                            <a:lnTo>
                              <a:pt x="451390" y="278416"/>
                            </a:lnTo>
                            <a:cubicBezTo>
                              <a:pt x="507682" y="392716"/>
                              <a:pt x="540544" y="469106"/>
                              <a:pt x="540544" y="469106"/>
                            </a:cubicBezTo>
                            <a:lnTo>
                              <a:pt x="644176" y="421481"/>
                            </a:lnTo>
                            <a:cubicBezTo>
                              <a:pt x="604838" y="284321"/>
                              <a:pt x="552926" y="57531"/>
                              <a:pt x="492919" y="28766"/>
                            </a:cubicBezTo>
                            <a:close/>
                          </a:path>
                        </a:pathLst>
                      </a:custGeom>
                      <a:solidFill>
                        <a:srgbClr val="4472C4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98" name="Google Shape;498;p4"/>
                      <p:cNvSpPr/>
                      <p:nvPr/>
                    </p:nvSpPr>
                    <p:spPr>
                      <a:xfrm>
                        <a:off x="5280850" y="2489136"/>
                        <a:ext cx="132492" cy="98964"/>
                      </a:xfrm>
                      <a:custGeom>
                        <a:rect b="b" l="l" r="r" t="t"/>
                        <a:pathLst>
                          <a:path extrusionOk="0" h="98964" w="132492">
                            <a:moveTo>
                              <a:pt x="22002" y="98965"/>
                            </a:moveTo>
                            <a:lnTo>
                              <a:pt x="132493" y="48196"/>
                            </a:lnTo>
                            <a:lnTo>
                              <a:pt x="114395" y="0"/>
                            </a:lnTo>
                            <a:lnTo>
                              <a:pt x="0" y="6124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99" name="Google Shape;499;p4"/>
                      <p:cNvSpPr/>
                      <p:nvPr/>
                    </p:nvSpPr>
                    <p:spPr>
                      <a:xfrm>
                        <a:off x="5003517" y="2285110"/>
                        <a:ext cx="225516" cy="410724"/>
                      </a:xfrm>
                      <a:custGeom>
                        <a:rect b="b" l="l" r="r" t="t"/>
                        <a:pathLst>
                          <a:path extrusionOk="0" h="410724" w="225516">
                            <a:moveTo>
                              <a:pt x="212848" y="111062"/>
                            </a:moveTo>
                            <a:lnTo>
                              <a:pt x="211705" y="350615"/>
                            </a:lnTo>
                            <a:lnTo>
                              <a:pt x="225517" y="364522"/>
                            </a:lnTo>
                            <a:lnTo>
                              <a:pt x="211324" y="373475"/>
                            </a:lnTo>
                            <a:lnTo>
                              <a:pt x="211610" y="375857"/>
                            </a:lnTo>
                            <a:cubicBezTo>
                              <a:pt x="211610" y="375857"/>
                              <a:pt x="106264" y="404813"/>
                              <a:pt x="1203" y="410718"/>
                            </a:cubicBezTo>
                            <a:lnTo>
                              <a:pt x="346" y="410718"/>
                            </a:lnTo>
                            <a:cubicBezTo>
                              <a:pt x="-9656" y="411385"/>
                              <a:pt x="200752" y="357854"/>
                              <a:pt x="200752" y="357854"/>
                            </a:cubicBezTo>
                            <a:lnTo>
                              <a:pt x="154936" y="330803"/>
                            </a:lnTo>
                            <a:lnTo>
                              <a:pt x="183797" y="0"/>
                            </a:lnTo>
                            <a:lnTo>
                              <a:pt x="212848" y="111062"/>
                            </a:ln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0" name="Google Shape;500;p4"/>
                      <p:cNvSpPr/>
                      <p:nvPr/>
                    </p:nvSpPr>
                    <p:spPr>
                      <a:xfrm>
                        <a:off x="4744402" y="2456656"/>
                        <a:ext cx="119919" cy="135254"/>
                      </a:xfrm>
                      <a:custGeom>
                        <a:rect b="b" l="l" r="r" t="t"/>
                        <a:pathLst>
                          <a:path extrusionOk="0" h="135254" w="119919">
                            <a:moveTo>
                              <a:pt x="119920" y="102299"/>
                            </a:moveTo>
                            <a:lnTo>
                              <a:pt x="93631" y="135255"/>
                            </a:lnTo>
                            <a:lnTo>
                              <a:pt x="88868" y="130207"/>
                            </a:lnTo>
                            <a:lnTo>
                              <a:pt x="0" y="49816"/>
                            </a:lnTo>
                            <a:lnTo>
                              <a:pt x="20574" y="0"/>
                            </a:lnTo>
                            <a:lnTo>
                              <a:pt x="67056" y="4981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1" name="Google Shape;501;p4"/>
                      <p:cNvSpPr/>
                      <p:nvPr/>
                    </p:nvSpPr>
                    <p:spPr>
                      <a:xfrm>
                        <a:off x="4811458" y="2391695"/>
                        <a:ext cx="69437" cy="167259"/>
                      </a:xfrm>
                      <a:custGeom>
                        <a:rect b="b" l="l" r="r" t="t"/>
                        <a:pathLst>
                          <a:path extrusionOk="0" h="167259" w="69437">
                            <a:moveTo>
                              <a:pt x="69437" y="146399"/>
                            </a:moveTo>
                            <a:lnTo>
                              <a:pt x="52864" y="167259"/>
                            </a:lnTo>
                            <a:lnTo>
                              <a:pt x="0" y="114776"/>
                            </a:lnTo>
                            <a:cubicBezTo>
                              <a:pt x="16288" y="85915"/>
                              <a:pt x="38195" y="42672"/>
                              <a:pt x="51149" y="0"/>
                            </a:cubicBezTo>
                            <a:cubicBezTo>
                              <a:pt x="51149" y="58484"/>
                              <a:pt x="69437" y="146399"/>
                              <a:pt x="69437" y="146399"/>
                            </a:cubicBez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2" name="Google Shape;502;p4"/>
                    <p:cNvSpPr/>
                    <p:nvPr/>
                  </p:nvSpPr>
                  <p:spPr>
                    <a:xfrm>
                      <a:off x="5312854" y="2541428"/>
                      <a:ext cx="138966" cy="611790"/>
                    </a:xfrm>
                    <a:custGeom>
                      <a:rect b="b" l="l" r="r" t="t"/>
                      <a:pathLst>
                        <a:path extrusionOk="0" h="611790" w="138966">
                          <a:moveTo>
                            <a:pt x="91630" y="0"/>
                          </a:moveTo>
                          <a:cubicBezTo>
                            <a:pt x="141637" y="150114"/>
                            <a:pt x="100489" y="343091"/>
                            <a:pt x="128873" y="413004"/>
                          </a:cubicBezTo>
                          <a:cubicBezTo>
                            <a:pt x="151066" y="467678"/>
                            <a:pt x="137636" y="611791"/>
                            <a:pt x="78867" y="611791"/>
                          </a:cubicBezTo>
                          <a:cubicBezTo>
                            <a:pt x="78867" y="611791"/>
                            <a:pt x="132112" y="520732"/>
                            <a:pt x="94869" y="480632"/>
                          </a:cubicBezTo>
                          <a:cubicBezTo>
                            <a:pt x="66770" y="450342"/>
                            <a:pt x="71342" y="560642"/>
                            <a:pt x="71342" y="560642"/>
                          </a:cubicBezTo>
                          <a:cubicBezTo>
                            <a:pt x="71342" y="560642"/>
                            <a:pt x="32575" y="490633"/>
                            <a:pt x="71342" y="418052"/>
                          </a:cubicBezTo>
                          <a:cubicBezTo>
                            <a:pt x="71342" y="418052"/>
                            <a:pt x="50101" y="202883"/>
                            <a:pt x="0" y="42767"/>
                          </a:cubicBezTo>
                          <a:lnTo>
                            <a:pt x="91630" y="0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3" name="Google Shape;503;p4"/>
                    <p:cNvSpPr/>
                    <p:nvPr/>
                  </p:nvSpPr>
                  <p:spPr>
                    <a:xfrm>
                      <a:off x="4950427" y="1973167"/>
                      <a:ext cx="153542" cy="220884"/>
                    </a:xfrm>
                    <a:custGeom>
                      <a:rect b="b" l="l" r="r" t="t"/>
                      <a:pathLst>
                        <a:path extrusionOk="0" h="220884" w="153542">
                          <a:moveTo>
                            <a:pt x="153543" y="147066"/>
                          </a:moveTo>
                          <a:cubicBezTo>
                            <a:pt x="153543" y="147066"/>
                            <a:pt x="133540" y="220885"/>
                            <a:pt x="79724" y="220885"/>
                          </a:cubicBezTo>
                          <a:cubicBezTo>
                            <a:pt x="26670" y="220885"/>
                            <a:pt x="26289" y="180689"/>
                            <a:pt x="26289" y="179546"/>
                          </a:cubicBezTo>
                          <a:lnTo>
                            <a:pt x="20479" y="157163"/>
                          </a:lnTo>
                          <a:lnTo>
                            <a:pt x="0" y="78296"/>
                          </a:lnTo>
                          <a:lnTo>
                            <a:pt x="67151" y="33814"/>
                          </a:lnTo>
                          <a:lnTo>
                            <a:pt x="119348" y="0"/>
                          </a:lnTo>
                          <a:cubicBezTo>
                            <a:pt x="119443" y="51340"/>
                            <a:pt x="153543" y="147066"/>
                            <a:pt x="153543" y="14706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4" name="Google Shape;504;p4"/>
                    <p:cNvSpPr/>
                    <p:nvPr/>
                  </p:nvSpPr>
                  <p:spPr>
                    <a:xfrm>
                      <a:off x="4950427" y="1994789"/>
                      <a:ext cx="119388" cy="135540"/>
                    </a:xfrm>
                    <a:custGeom>
                      <a:rect b="b" l="l" r="r" t="t"/>
                      <a:pathLst>
                        <a:path extrusionOk="0" h="135540" w="119388">
                          <a:moveTo>
                            <a:pt x="119253" y="0"/>
                          </a:moveTo>
                          <a:cubicBezTo>
                            <a:pt x="123634" y="70675"/>
                            <a:pt x="20479" y="135541"/>
                            <a:pt x="20479" y="135541"/>
                          </a:cubicBezTo>
                          <a:lnTo>
                            <a:pt x="0" y="56674"/>
                          </a:lnTo>
                          <a:lnTo>
                            <a:pt x="67151" y="12192"/>
                          </a:lnTo>
                          <a:lnTo>
                            <a:pt x="119253" y="0"/>
                          </a:lnTo>
                          <a:close/>
                        </a:path>
                      </a:pathLst>
                    </a:custGeom>
                    <a:solidFill>
                      <a:srgbClr val="EBBC92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5" name="Google Shape;505;p4"/>
                    <p:cNvSpPr/>
                    <p:nvPr/>
                  </p:nvSpPr>
                  <p:spPr>
                    <a:xfrm>
                      <a:off x="4817553" y="1735300"/>
                      <a:ext cx="310038" cy="299303"/>
                    </a:xfrm>
                    <a:custGeom>
                      <a:rect b="b" l="l" r="r" t="t"/>
                      <a:pathLst>
                        <a:path extrusionOk="0" h="299303" w="310038">
                          <a:moveTo>
                            <a:pt x="261366" y="299303"/>
                          </a:moveTo>
                          <a:cubicBezTo>
                            <a:pt x="281464" y="251678"/>
                            <a:pt x="314801" y="127663"/>
                            <a:pt x="300514" y="99088"/>
                          </a:cubicBezTo>
                          <a:lnTo>
                            <a:pt x="310039" y="113375"/>
                          </a:lnTo>
                          <a:cubicBezTo>
                            <a:pt x="310039" y="113375"/>
                            <a:pt x="310039" y="94325"/>
                            <a:pt x="300514" y="84800"/>
                          </a:cubicBezTo>
                          <a:cubicBezTo>
                            <a:pt x="300514" y="84800"/>
                            <a:pt x="305276" y="46605"/>
                            <a:pt x="290989" y="41843"/>
                          </a:cubicBezTo>
                          <a:cubicBezTo>
                            <a:pt x="290989" y="41843"/>
                            <a:pt x="295751" y="51368"/>
                            <a:pt x="290989" y="60893"/>
                          </a:cubicBezTo>
                          <a:cubicBezTo>
                            <a:pt x="290989" y="60893"/>
                            <a:pt x="286226" y="22697"/>
                            <a:pt x="238506" y="3647"/>
                          </a:cubicBezTo>
                          <a:cubicBezTo>
                            <a:pt x="190786" y="-15403"/>
                            <a:pt x="28670" y="46605"/>
                            <a:pt x="0" y="41843"/>
                          </a:cubicBezTo>
                          <a:cubicBezTo>
                            <a:pt x="0" y="41843"/>
                            <a:pt x="4763" y="89563"/>
                            <a:pt x="33433" y="108613"/>
                          </a:cubicBezTo>
                          <a:cubicBezTo>
                            <a:pt x="53340" y="121948"/>
                            <a:pt x="163735" y="157000"/>
                            <a:pt x="224219" y="208816"/>
                          </a:cubicBezTo>
                          <a:cubicBezTo>
                            <a:pt x="250507" y="231295"/>
                            <a:pt x="261366" y="299303"/>
                            <a:pt x="261366" y="299303"/>
                          </a:cubicBez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6" name="Google Shape;506;p4"/>
                    <p:cNvSpPr/>
                    <p:nvPr/>
                  </p:nvSpPr>
                  <p:spPr>
                    <a:xfrm>
                      <a:off x="4849177" y="1844579"/>
                      <a:ext cx="246788" cy="242125"/>
                    </a:xfrm>
                    <a:custGeom>
                      <a:rect b="b" l="l" r="r" t="t"/>
                      <a:pathLst>
                        <a:path extrusionOk="0" h="242125" w="246788">
                          <a:moveTo>
                            <a:pt x="238030" y="142399"/>
                          </a:moveTo>
                          <a:cubicBezTo>
                            <a:pt x="233077" y="155924"/>
                            <a:pt x="220599" y="150209"/>
                            <a:pt x="220599" y="150209"/>
                          </a:cubicBezTo>
                          <a:cubicBezTo>
                            <a:pt x="224314" y="214313"/>
                            <a:pt x="123063" y="242126"/>
                            <a:pt x="123063" y="242126"/>
                          </a:cubicBezTo>
                          <a:cubicBezTo>
                            <a:pt x="38005" y="226886"/>
                            <a:pt x="11716" y="147161"/>
                            <a:pt x="3620" y="77533"/>
                          </a:cubicBezTo>
                          <a:lnTo>
                            <a:pt x="3620" y="77438"/>
                          </a:lnTo>
                          <a:cubicBezTo>
                            <a:pt x="190" y="47911"/>
                            <a:pt x="0" y="20288"/>
                            <a:pt x="0" y="0"/>
                          </a:cubicBezTo>
                          <a:cubicBezTo>
                            <a:pt x="0" y="0"/>
                            <a:pt x="26956" y="20860"/>
                            <a:pt x="83344" y="8096"/>
                          </a:cubicBezTo>
                          <a:cubicBezTo>
                            <a:pt x="157829" y="-4667"/>
                            <a:pt x="201454" y="11335"/>
                            <a:pt x="201454" y="11335"/>
                          </a:cubicBezTo>
                          <a:cubicBezTo>
                            <a:pt x="194024" y="88964"/>
                            <a:pt x="208216" y="93059"/>
                            <a:pt x="208216" y="93059"/>
                          </a:cubicBezTo>
                          <a:cubicBezTo>
                            <a:pt x="208216" y="93059"/>
                            <a:pt x="226790" y="76010"/>
                            <a:pt x="240221" y="78867"/>
                          </a:cubicBezTo>
                          <a:cubicBezTo>
                            <a:pt x="253746" y="81629"/>
                            <a:pt x="242983" y="128969"/>
                            <a:pt x="238030" y="142399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7" name="Google Shape;507;p4"/>
                    <p:cNvSpPr/>
                    <p:nvPr/>
                  </p:nvSpPr>
                  <p:spPr>
                    <a:xfrm>
                      <a:off x="4849462" y="1830387"/>
                      <a:ext cx="28575" cy="65531"/>
                    </a:xfrm>
                    <a:custGeom>
                      <a:rect b="b" l="l" r="r" t="t"/>
                      <a:pathLst>
                        <a:path extrusionOk="0" h="65531" w="28575">
                          <a:moveTo>
                            <a:pt x="1048" y="65532"/>
                          </a:moveTo>
                          <a:cubicBezTo>
                            <a:pt x="9430" y="19050"/>
                            <a:pt x="28575" y="14288"/>
                            <a:pt x="28575" y="14288"/>
                          </a:cubicBezTo>
                          <a:lnTo>
                            <a:pt x="0" y="0"/>
                          </a:lnTo>
                          <a:lnTo>
                            <a:pt x="1048" y="65532"/>
                          </a:ln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508" name="Google Shape;508;p4"/>
              <p:cNvSpPr/>
              <p:nvPr/>
            </p:nvSpPr>
            <p:spPr>
              <a:xfrm flipH="1">
                <a:off x="8528878" y="4076354"/>
                <a:ext cx="3043237" cy="1025121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extrusionOk="0" fill="none" h="120000" w="120000">
                    <a:moveTo>
                      <a:pt x="126395" y="0"/>
                    </a:moveTo>
                    <a:close/>
                  </a:path>
                  <a:path extrusionOk="0" fill="none" h="120000" w="120000">
                    <a:moveTo>
                      <a:pt x="126395" y="22500"/>
                    </a:moveTo>
                    <a:lnTo>
                      <a:pt x="154091" y="22140"/>
                    </a:lnTo>
                    <a:lnTo>
                      <a:pt x="153988" y="63791"/>
                    </a:lnTo>
                  </a:path>
                </a:pathLst>
              </a:custGeom>
              <a:solidFill>
                <a:schemeClr val="lt1">
                  <a:alpha val="49019"/>
                </a:schemeClr>
              </a:solidFill>
              <a:ln cap="flat" cmpd="sng" w="9525">
                <a:solidFill>
                  <a:schemeClr val="lt1">
                    <a:alpha val="74117"/>
                  </a:scheme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Reports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Signed in </a:t>
                </a:r>
                <a:r>
                  <a:rPr lang="en-US" sz="1100">
                    <a:latin typeface="Calibri"/>
                    <a:ea typeface="Calibri"/>
                    <a:cs typeface="Calibri"/>
                    <a:sym typeface="Calibri"/>
                  </a:rPr>
                  <a:t>Technician </a:t>
                </a: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can see Daily reports and monthly reports .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4"/>
              <p:cNvSpPr/>
              <p:nvPr/>
            </p:nvSpPr>
            <p:spPr>
              <a:xfrm flipH="1">
                <a:off x="8533934" y="2548898"/>
                <a:ext cx="3043237" cy="844727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extrusionOk="0" fill="none" h="120000" w="120000">
                    <a:moveTo>
                      <a:pt x="126395" y="0"/>
                    </a:moveTo>
                    <a:close/>
                  </a:path>
                  <a:path extrusionOk="0" fill="none" h="120000" w="120000">
                    <a:moveTo>
                      <a:pt x="126395" y="22500"/>
                    </a:moveTo>
                    <a:lnTo>
                      <a:pt x="190146" y="22140"/>
                    </a:lnTo>
                    <a:lnTo>
                      <a:pt x="189310" y="281882"/>
                    </a:lnTo>
                  </a:path>
                </a:pathLst>
              </a:custGeom>
              <a:solidFill>
                <a:schemeClr val="lt1">
                  <a:alpha val="49019"/>
                </a:schemeClr>
              </a:solidFill>
              <a:ln cap="flat" cmpd="sng" w="9525">
                <a:solidFill>
                  <a:schemeClr val="lt1">
                    <a:alpha val="74117"/>
                  </a:scheme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Add products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Adding products and parts for users selection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4"/>
              <p:cNvSpPr/>
              <p:nvPr/>
            </p:nvSpPr>
            <p:spPr>
              <a:xfrm flipH="1">
                <a:off x="8528742" y="1020950"/>
                <a:ext cx="3043237" cy="844727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extrusionOk="0" fill="none" h="120000" w="120000">
                    <a:moveTo>
                      <a:pt x="126395" y="0"/>
                    </a:moveTo>
                    <a:close/>
                  </a:path>
                  <a:path extrusionOk="0" fill="none" h="120000" w="120000">
                    <a:moveTo>
                      <a:pt x="126395" y="22500"/>
                    </a:moveTo>
                    <a:lnTo>
                      <a:pt x="231689" y="24964"/>
                    </a:lnTo>
                    <a:lnTo>
                      <a:pt x="230803" y="498744"/>
                    </a:lnTo>
                  </a:path>
                </a:pathLst>
              </a:custGeom>
              <a:solidFill>
                <a:schemeClr val="lt1">
                  <a:alpha val="49019"/>
                </a:schemeClr>
              </a:solidFill>
              <a:ln cap="flat" cmpd="sng" w="9525">
                <a:solidFill>
                  <a:schemeClr val="lt1">
                    <a:alpha val="74117"/>
                  </a:scheme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Alerts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 will get alerts for each process 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" name="Google Shape;511;p4"/>
            <p:cNvSpPr txBox="1"/>
            <p:nvPr/>
          </p:nvSpPr>
          <p:spPr>
            <a:xfrm>
              <a:off x="799524" y="1346621"/>
              <a:ext cx="310609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Technician</a:t>
              </a: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receive</a:t>
              </a: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the repair request and send a price to the customer after validating  the data sent by user.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84848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"/>
          <p:cNvSpPr txBox="1"/>
          <p:nvPr>
            <p:ph type="title"/>
          </p:nvPr>
        </p:nvSpPr>
        <p:spPr>
          <a:xfrm>
            <a:off x="628650" y="45720"/>
            <a:ext cx="7886700" cy="7015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lt1"/>
                </a:solidFill>
              </a:rPr>
              <a:t>Admin module</a:t>
            </a:r>
            <a:endParaRPr sz="1100"/>
          </a:p>
        </p:txBody>
      </p:sp>
      <p:grpSp>
        <p:nvGrpSpPr>
          <p:cNvPr id="517" name="Google Shape;517;p5"/>
          <p:cNvGrpSpPr/>
          <p:nvPr/>
        </p:nvGrpSpPr>
        <p:grpSpPr>
          <a:xfrm>
            <a:off x="599643" y="870475"/>
            <a:ext cx="7942255" cy="3896787"/>
            <a:chOff x="799524" y="1343196"/>
            <a:chExt cx="10589673" cy="5195716"/>
          </a:xfrm>
        </p:grpSpPr>
        <p:grpSp>
          <p:nvGrpSpPr>
            <p:cNvPr id="518" name="Google Shape;518;p5"/>
            <p:cNvGrpSpPr/>
            <p:nvPr/>
          </p:nvGrpSpPr>
          <p:grpSpPr>
            <a:xfrm>
              <a:off x="802803" y="1343196"/>
              <a:ext cx="10586394" cy="5195716"/>
              <a:chOff x="990776" y="1020950"/>
              <a:chExt cx="10586395" cy="5195716"/>
            </a:xfrm>
          </p:grpSpPr>
          <p:grpSp>
            <p:nvGrpSpPr>
              <p:cNvPr id="519" name="Google Shape;519;p5"/>
              <p:cNvGrpSpPr/>
              <p:nvPr/>
            </p:nvGrpSpPr>
            <p:grpSpPr>
              <a:xfrm>
                <a:off x="990776" y="2198473"/>
                <a:ext cx="7170328" cy="4018193"/>
                <a:chOff x="1161959" y="2083169"/>
                <a:chExt cx="7374824" cy="4132792"/>
              </a:xfrm>
            </p:grpSpPr>
            <p:sp>
              <p:nvSpPr>
                <p:cNvPr id="520" name="Google Shape;520;p5"/>
                <p:cNvSpPr/>
                <p:nvPr/>
              </p:nvSpPr>
              <p:spPr>
                <a:xfrm>
                  <a:off x="1168435" y="4168886"/>
                  <a:ext cx="7368348" cy="2047075"/>
                </a:xfrm>
                <a:prstGeom prst="ellipse">
                  <a:avLst/>
                </a:prstGeom>
                <a:solidFill>
                  <a:schemeClr val="dk1">
                    <a:alpha val="49019"/>
                  </a:schemeClr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21" name="Google Shape;521;p5"/>
                <p:cNvGrpSpPr/>
                <p:nvPr/>
              </p:nvGrpSpPr>
              <p:grpSpPr>
                <a:xfrm>
                  <a:off x="1161959" y="2083169"/>
                  <a:ext cx="7368347" cy="3879750"/>
                  <a:chOff x="1360741" y="1735300"/>
                  <a:chExt cx="7368348" cy="3879750"/>
                </a:xfrm>
              </p:grpSpPr>
              <p:grpSp>
                <p:nvGrpSpPr>
                  <p:cNvPr id="522" name="Google Shape;522;p5"/>
                  <p:cNvGrpSpPr/>
                  <p:nvPr/>
                </p:nvGrpSpPr>
                <p:grpSpPr>
                  <a:xfrm>
                    <a:off x="1360741" y="3249517"/>
                    <a:ext cx="7368348" cy="2365533"/>
                    <a:chOff x="1360741" y="3249517"/>
                    <a:chExt cx="7368348" cy="2365533"/>
                  </a:xfrm>
                </p:grpSpPr>
                <p:grpSp>
                  <p:nvGrpSpPr>
                    <p:cNvPr id="523" name="Google Shape;523;p5"/>
                    <p:cNvGrpSpPr/>
                    <p:nvPr/>
                  </p:nvGrpSpPr>
                  <p:grpSpPr>
                    <a:xfrm>
                      <a:off x="1360741" y="3249517"/>
                      <a:ext cx="7368348" cy="2365533"/>
                      <a:chOff x="1360741" y="3249517"/>
                      <a:chExt cx="7368348" cy="2365533"/>
                    </a:xfrm>
                  </p:grpSpPr>
                  <p:grpSp>
                    <p:nvGrpSpPr>
                      <p:cNvPr id="524" name="Google Shape;524;p5"/>
                      <p:cNvGrpSpPr/>
                      <p:nvPr/>
                    </p:nvGrpSpPr>
                    <p:grpSpPr>
                      <a:xfrm>
                        <a:off x="2719196" y="3249517"/>
                        <a:ext cx="4679918" cy="1092421"/>
                        <a:chOff x="2719196" y="3249517"/>
                        <a:chExt cx="4679918" cy="1092421"/>
                      </a:xfrm>
                    </p:grpSpPr>
                    <p:sp>
                      <p:nvSpPr>
                        <p:cNvPr id="525" name="Google Shape;525;p5"/>
                        <p:cNvSpPr/>
                        <p:nvPr/>
                      </p:nvSpPr>
                      <p:spPr>
                        <a:xfrm>
                          <a:off x="2719196" y="3482784"/>
                          <a:ext cx="2332196" cy="859154"/>
                        </a:xfrm>
                        <a:custGeom>
                          <a:rect b="b" l="l" r="r" t="t"/>
                          <a:pathLst>
                            <a:path extrusionOk="0" h="859154" w="2332196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318195" y="859155"/>
                              </a:lnTo>
                              <a:lnTo>
                                <a:pt x="2332196" y="5766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26" name="Google Shape;526;p5"/>
                        <p:cNvSpPr/>
                        <p:nvPr/>
                      </p:nvSpPr>
                      <p:spPr>
                        <a:xfrm>
                          <a:off x="5037390" y="3489356"/>
                          <a:ext cx="2361723" cy="852582"/>
                        </a:xfrm>
                        <a:custGeom>
                          <a:rect b="b" l="l" r="r" t="t"/>
                          <a:pathLst>
                            <a:path extrusionOk="0" h="852582" w="2361723">
                              <a:moveTo>
                                <a:pt x="2361724" y="0"/>
                              </a:moveTo>
                              <a:lnTo>
                                <a:pt x="2333625" y="282511"/>
                              </a:lnTo>
                              <a:lnTo>
                                <a:pt x="0" y="852583"/>
                              </a:lnTo>
                              <a:lnTo>
                                <a:pt x="14002" y="57007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6000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27" name="Google Shape;527;p5"/>
                        <p:cNvSpPr/>
                        <p:nvPr/>
                      </p:nvSpPr>
                      <p:spPr>
                        <a:xfrm>
                          <a:off x="2733198" y="3249517"/>
                          <a:ext cx="4665916" cy="809910"/>
                        </a:xfrm>
                        <a:custGeom>
                          <a:rect b="b" l="l" r="r" t="t"/>
                          <a:pathLst>
                            <a:path extrusionOk="0" h="809910" w="4665916">
                              <a:moveTo>
                                <a:pt x="4665917" y="239839"/>
                              </a:moveTo>
                              <a:lnTo>
                                <a:pt x="2318195" y="809911"/>
                              </a:lnTo>
                              <a:lnTo>
                                <a:pt x="0" y="233172"/>
                              </a:lnTo>
                              <a:cubicBezTo>
                                <a:pt x="632651" y="87344"/>
                                <a:pt x="1439609" y="0"/>
                                <a:pt x="2318671" y="0"/>
                              </a:cubicBezTo>
                              <a:cubicBezTo>
                                <a:pt x="3211068" y="95"/>
                                <a:pt x="4029075" y="90011"/>
                                <a:pt x="4665917" y="2398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BF9000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28" name="Google Shape;528;p5"/>
                      <p:cNvGrpSpPr/>
                      <p:nvPr/>
                    </p:nvGrpSpPr>
                    <p:grpSpPr>
                      <a:xfrm>
                        <a:off x="1360741" y="3524599"/>
                        <a:ext cx="3518915" cy="1583626"/>
                        <a:chOff x="1360741" y="3524599"/>
                        <a:chExt cx="3518915" cy="1583626"/>
                      </a:xfrm>
                    </p:grpSpPr>
                    <p:sp>
                      <p:nvSpPr>
                        <p:cNvPr id="529" name="Google Shape;529;p5"/>
                        <p:cNvSpPr/>
                        <p:nvPr/>
                      </p:nvSpPr>
                      <p:spPr>
                        <a:xfrm>
                          <a:off x="1360741" y="3807206"/>
                          <a:ext cx="3504819" cy="1301019"/>
                        </a:xfrm>
                        <a:custGeom>
                          <a:rect b="b" l="l" r="r" t="t"/>
                          <a:pathLst>
                            <a:path extrusionOk="0" h="1301019" w="3504819">
                              <a:moveTo>
                                <a:pt x="3504819" y="576453"/>
                              </a:moveTo>
                              <a:lnTo>
                                <a:pt x="521017" y="1301020"/>
                              </a:lnTo>
                              <a:cubicBezTo>
                                <a:pt x="190214" y="1144714"/>
                                <a:pt x="0" y="961834"/>
                                <a:pt x="0" y="766381"/>
                              </a:cubicBezTo>
                              <a:lnTo>
                                <a:pt x="1429" y="736187"/>
                              </a:lnTo>
                              <a:lnTo>
                                <a:pt x="14097" y="483965"/>
                              </a:lnTo>
                              <a:cubicBezTo>
                                <a:pt x="14097" y="526828"/>
                                <a:pt x="23241" y="569023"/>
                                <a:pt x="40958" y="610457"/>
                              </a:cubicBezTo>
                              <a:cubicBezTo>
                                <a:pt x="168211" y="370332"/>
                                <a:pt x="584930" y="156972"/>
                                <a:pt x="1187387" y="0"/>
                              </a:cubicBezTo>
                              <a:lnTo>
                                <a:pt x="3504819" y="576453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30" name="Google Shape;530;p5"/>
                        <p:cNvSpPr/>
                        <p:nvPr/>
                      </p:nvSpPr>
                      <p:spPr>
                        <a:xfrm>
                          <a:off x="1881758" y="4101147"/>
                          <a:ext cx="2997898" cy="1007078"/>
                        </a:xfrm>
                        <a:custGeom>
                          <a:rect b="b" l="l" r="r" t="t"/>
                          <a:pathLst>
                            <a:path extrusionOk="0" h="1007078" w="2997898">
                              <a:moveTo>
                                <a:pt x="14002" y="724567"/>
                              </a:moveTo>
                              <a:lnTo>
                                <a:pt x="0" y="1007078"/>
                              </a:lnTo>
                              <a:lnTo>
                                <a:pt x="2983802" y="282512"/>
                              </a:lnTo>
                              <a:lnTo>
                                <a:pt x="2997899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A35622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31" name="Google Shape;531;p5"/>
                        <p:cNvSpPr/>
                        <p:nvPr/>
                      </p:nvSpPr>
                      <p:spPr>
                        <a:xfrm>
                          <a:off x="1374837" y="3524599"/>
                          <a:ext cx="3504818" cy="1301115"/>
                        </a:xfrm>
                        <a:custGeom>
                          <a:rect b="b" l="l" r="r" t="t"/>
                          <a:pathLst>
                            <a:path extrusionOk="0" h="1301115" w="3504818">
                              <a:moveTo>
                                <a:pt x="3504819" y="576548"/>
                              </a:moveTo>
                              <a:lnTo>
                                <a:pt x="521017" y="1301115"/>
                              </a:lnTo>
                              <a:cubicBezTo>
                                <a:pt x="190214" y="1144810"/>
                                <a:pt x="0" y="961930"/>
                                <a:pt x="0" y="766477"/>
                              </a:cubicBezTo>
                              <a:cubicBezTo>
                                <a:pt x="0" y="463296"/>
                                <a:pt x="457295" y="190310"/>
                                <a:pt x="1187291" y="0"/>
                              </a:cubicBezTo>
                              <a:lnTo>
                                <a:pt x="3504819" y="57654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55A11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32" name="Google Shape;532;p5"/>
                      <p:cNvGrpSpPr/>
                      <p:nvPr/>
                    </p:nvGrpSpPr>
                    <p:grpSpPr>
                      <a:xfrm>
                        <a:off x="5208840" y="3532124"/>
                        <a:ext cx="3520249" cy="1588579"/>
                        <a:chOff x="5208840" y="3532124"/>
                        <a:chExt cx="3520249" cy="1588579"/>
                      </a:xfrm>
                    </p:grpSpPr>
                    <p:sp>
                      <p:nvSpPr>
                        <p:cNvPr id="533" name="Google Shape;533;p5"/>
                        <p:cNvSpPr/>
                        <p:nvPr/>
                      </p:nvSpPr>
                      <p:spPr>
                        <a:xfrm>
                          <a:off x="5208840" y="4102100"/>
                          <a:ext cx="2972562" cy="1018508"/>
                        </a:xfrm>
                        <a:custGeom>
                          <a:rect b="b" l="l" r="r" t="t"/>
                          <a:pathLst>
                            <a:path extrusionOk="0" h="1018508" w="2972562">
                              <a:moveTo>
                                <a:pt x="14002" y="0"/>
                              </a:moveTo>
                              <a:lnTo>
                                <a:pt x="0" y="282512"/>
                              </a:lnTo>
                              <a:lnTo>
                                <a:pt x="2958465" y="1018508"/>
                              </a:lnTo>
                              <a:lnTo>
                                <a:pt x="2972562" y="73599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85623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34" name="Google Shape;534;p5"/>
                        <p:cNvSpPr/>
                        <p:nvPr/>
                      </p:nvSpPr>
                      <p:spPr>
                        <a:xfrm>
                          <a:off x="8167210" y="4320127"/>
                          <a:ext cx="560450" cy="800576"/>
                        </a:xfrm>
                        <a:custGeom>
                          <a:rect b="b" l="l" r="r" t="t"/>
                          <a:pathLst>
                            <a:path extrusionOk="0" h="800576" w="560450">
                              <a:moveTo>
                                <a:pt x="560451" y="0"/>
                              </a:moveTo>
                              <a:lnTo>
                                <a:pt x="547402" y="269081"/>
                              </a:lnTo>
                              <a:cubicBezTo>
                                <a:pt x="537305" y="463867"/>
                                <a:pt x="338233" y="645795"/>
                                <a:pt x="0" y="800576"/>
                              </a:cubicBezTo>
                              <a:lnTo>
                                <a:pt x="14097" y="518065"/>
                              </a:lnTo>
                              <a:cubicBezTo>
                                <a:pt x="269653" y="401098"/>
                                <a:pt x="445675" y="268700"/>
                                <a:pt x="520922" y="126873"/>
                              </a:cubicBezTo>
                              <a:cubicBezTo>
                                <a:pt x="520922" y="126873"/>
                                <a:pt x="520922" y="126873"/>
                                <a:pt x="520922" y="126778"/>
                              </a:cubicBezTo>
                              <a:cubicBezTo>
                                <a:pt x="543020" y="85249"/>
                                <a:pt x="556260" y="42863"/>
                                <a:pt x="56045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6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35" name="Google Shape;535;p5"/>
                        <p:cNvSpPr/>
                        <p:nvPr/>
                      </p:nvSpPr>
                      <p:spPr>
                        <a:xfrm>
                          <a:off x="5222842" y="3532124"/>
                          <a:ext cx="3506247" cy="1306067"/>
                        </a:xfrm>
                        <a:custGeom>
                          <a:rect b="b" l="l" r="r" t="t"/>
                          <a:pathLst>
                            <a:path extrusionOk="0" h="1306067" w="3506247">
                              <a:moveTo>
                                <a:pt x="3506248" y="758952"/>
                              </a:moveTo>
                              <a:lnTo>
                                <a:pt x="3504819" y="788003"/>
                              </a:lnTo>
                              <a:cubicBezTo>
                                <a:pt x="3486436" y="977741"/>
                                <a:pt x="3288983" y="1154811"/>
                                <a:pt x="2958465" y="1306068"/>
                              </a:cubicBezTo>
                              <a:lnTo>
                                <a:pt x="0" y="569976"/>
                              </a:lnTo>
                              <a:lnTo>
                                <a:pt x="2347246" y="0"/>
                              </a:lnTo>
                              <a:cubicBezTo>
                                <a:pt x="3060764" y="189929"/>
                                <a:pt x="3506248" y="459772"/>
                                <a:pt x="3506248" y="75895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548135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36" name="Google Shape;536;p5"/>
                      <p:cNvGrpSpPr/>
                      <p:nvPr/>
                    </p:nvGrpSpPr>
                    <p:grpSpPr>
                      <a:xfrm>
                        <a:off x="2005107" y="4143724"/>
                        <a:ext cx="6051613" cy="1471326"/>
                        <a:chOff x="2005107" y="4143724"/>
                        <a:chExt cx="6051613" cy="1471326"/>
                      </a:xfrm>
                    </p:grpSpPr>
                    <p:sp>
                      <p:nvSpPr>
                        <p:cNvPr id="537" name="Google Shape;537;p5"/>
                        <p:cNvSpPr/>
                        <p:nvPr/>
                      </p:nvSpPr>
                      <p:spPr>
                        <a:xfrm>
                          <a:off x="2005107" y="4426235"/>
                          <a:ext cx="6051613" cy="1188815"/>
                        </a:xfrm>
                        <a:custGeom>
                          <a:rect b="b" l="l" r="r" t="t"/>
                          <a:pathLst>
                            <a:path extrusionOk="0" h="1188815" w="6051613">
                              <a:moveTo>
                                <a:pt x="4893183" y="463105"/>
                              </a:moveTo>
                              <a:lnTo>
                                <a:pt x="3031903" y="0"/>
                              </a:lnTo>
                              <a:lnTo>
                                <a:pt x="1154335" y="456057"/>
                              </a:lnTo>
                              <a:lnTo>
                                <a:pt x="14097" y="453866"/>
                              </a:lnTo>
                              <a:lnTo>
                                <a:pt x="0" y="736378"/>
                              </a:lnTo>
                              <a:cubicBezTo>
                                <a:pt x="662750" y="1009650"/>
                                <a:pt x="1773936" y="1188815"/>
                                <a:pt x="3032760" y="1188815"/>
                              </a:cubicBezTo>
                              <a:cubicBezTo>
                                <a:pt x="4273963" y="1188815"/>
                                <a:pt x="5371624" y="1014603"/>
                                <a:pt x="6037517" y="747808"/>
                              </a:cubicBezTo>
                              <a:lnTo>
                                <a:pt x="6051614" y="465296"/>
                              </a:lnTo>
                              <a:lnTo>
                                <a:pt x="4893183" y="463105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5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38" name="Google Shape;538;p5"/>
                        <p:cNvSpPr/>
                        <p:nvPr/>
                      </p:nvSpPr>
                      <p:spPr>
                        <a:xfrm>
                          <a:off x="2019108" y="4143724"/>
                          <a:ext cx="6037516" cy="1188815"/>
                        </a:xfrm>
                        <a:custGeom>
                          <a:rect b="b" l="l" r="r" t="t"/>
                          <a:pathLst>
                            <a:path extrusionOk="0" h="1188815" w="6037516">
                              <a:moveTo>
                                <a:pt x="6037517" y="747808"/>
                              </a:moveTo>
                              <a:cubicBezTo>
                                <a:pt x="5371624" y="1014603"/>
                                <a:pt x="4273963" y="1188815"/>
                                <a:pt x="3032760" y="1188815"/>
                              </a:cubicBezTo>
                              <a:cubicBezTo>
                                <a:pt x="1773936" y="1188815"/>
                                <a:pt x="662750" y="1009650"/>
                                <a:pt x="0" y="736378"/>
                              </a:cubicBezTo>
                              <a:lnTo>
                                <a:pt x="3031903" y="0"/>
                              </a:lnTo>
                              <a:lnTo>
                                <a:pt x="6037517" y="7478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E75B5"/>
                        </a:solidFill>
                        <a:ln>
                          <a:noFill/>
                        </a:ln>
                      </p:spPr>
                      <p:txBody>
                        <a:bodyPr anchorCtr="0" anchor="ctr" bIns="34275" lIns="68575" spcFirstLastPara="1" rIns="68575" wrap="square" tIns="34275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4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4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39" name="Google Shape;539;p5"/>
                    <p:cNvGrpSpPr/>
                    <p:nvPr/>
                  </p:nvGrpSpPr>
                  <p:grpSpPr>
                    <a:xfrm>
                      <a:off x="2229802" y="3452685"/>
                      <a:ext cx="5644038" cy="1589912"/>
                      <a:chOff x="2229802" y="3452685"/>
                      <a:chExt cx="5644038" cy="1589912"/>
                    </a:xfrm>
                  </p:grpSpPr>
                  <p:sp>
                    <p:nvSpPr>
                      <p:cNvPr id="540" name="Google Shape;540;p5"/>
                      <p:cNvSpPr/>
                      <p:nvPr/>
                    </p:nvSpPr>
                    <p:spPr>
                      <a:xfrm>
                        <a:off x="2758629" y="4143819"/>
                        <a:ext cx="4564856" cy="898778"/>
                      </a:xfrm>
                      <a:custGeom>
                        <a:rect b="b" l="l" r="r" t="t"/>
                        <a:pathLst>
                          <a:path extrusionOk="0" h="898778" w="4564856">
                            <a:moveTo>
                              <a:pt x="4564856" y="565309"/>
                            </a:moveTo>
                            <a:cubicBezTo>
                              <a:pt x="4061365" y="767048"/>
                              <a:pt x="3231547" y="898779"/>
                              <a:pt x="2293049" y="898779"/>
                            </a:cubicBezTo>
                            <a:cubicBezTo>
                              <a:pt x="1341311" y="898779"/>
                              <a:pt x="501110" y="763333"/>
                              <a:pt x="0" y="556736"/>
                            </a:cubicBezTo>
                            <a:lnTo>
                              <a:pt x="2292382" y="0"/>
                            </a:lnTo>
                            <a:lnTo>
                              <a:pt x="4564856" y="565309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1" name="Google Shape;541;p5"/>
                      <p:cNvSpPr/>
                      <p:nvPr/>
                    </p:nvSpPr>
                    <p:spPr>
                      <a:xfrm>
                        <a:off x="5222842" y="3670998"/>
                        <a:ext cx="2650998" cy="987552"/>
                      </a:xfrm>
                      <a:custGeom>
                        <a:rect b="b" l="l" r="r" t="t"/>
                        <a:pathLst>
                          <a:path extrusionOk="0" h="987552" w="2650998">
                            <a:moveTo>
                              <a:pt x="2650998" y="573977"/>
                            </a:moveTo>
                            <a:lnTo>
                              <a:pt x="2649950" y="595884"/>
                            </a:lnTo>
                            <a:cubicBezTo>
                              <a:pt x="2636044" y="739330"/>
                              <a:pt x="2486692" y="873252"/>
                              <a:pt x="2236851" y="987552"/>
                            </a:cubicBezTo>
                            <a:lnTo>
                              <a:pt x="0" y="431006"/>
                            </a:lnTo>
                            <a:lnTo>
                              <a:pt x="1774698" y="0"/>
                            </a:lnTo>
                            <a:cubicBezTo>
                              <a:pt x="2314194" y="143732"/>
                              <a:pt x="2650998" y="347663"/>
                              <a:pt x="2650998" y="573977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2" name="Google Shape;542;p5"/>
                      <p:cNvSpPr/>
                      <p:nvPr/>
                    </p:nvSpPr>
                    <p:spPr>
                      <a:xfrm>
                        <a:off x="2229802" y="3665283"/>
                        <a:ext cx="2649950" cy="983741"/>
                      </a:xfrm>
                      <a:custGeom>
                        <a:rect b="b" l="l" r="r" t="t"/>
                        <a:pathLst>
                          <a:path extrusionOk="0" h="983741" w="2649950">
                            <a:moveTo>
                              <a:pt x="2649950" y="435959"/>
                            </a:moveTo>
                            <a:lnTo>
                              <a:pt x="393954" y="983742"/>
                            </a:lnTo>
                            <a:cubicBezTo>
                              <a:pt x="143827" y="865537"/>
                              <a:pt x="0" y="727234"/>
                              <a:pt x="0" y="579501"/>
                            </a:cubicBezTo>
                            <a:cubicBezTo>
                              <a:pt x="0" y="350330"/>
                              <a:pt x="345757" y="143923"/>
                              <a:pt x="897636" y="0"/>
                            </a:cubicBezTo>
                            <a:lnTo>
                              <a:pt x="2649950" y="435959"/>
                            </a:lnTo>
                            <a:close/>
                          </a:path>
                        </a:pathLst>
                      </a:custGeom>
                      <a:solidFill>
                        <a:schemeClr val="accent2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3" name="Google Shape;543;p5"/>
                      <p:cNvSpPr/>
                      <p:nvPr/>
                    </p:nvSpPr>
                    <p:spPr>
                      <a:xfrm>
                        <a:off x="3315270" y="3452685"/>
                        <a:ext cx="3511010" cy="606742"/>
                      </a:xfrm>
                      <a:custGeom>
                        <a:rect b="b" l="l" r="r" t="t"/>
                        <a:pathLst>
                          <a:path extrusionOk="0" h="606742" w="3511010">
                            <a:moveTo>
                              <a:pt x="3511010" y="175736"/>
                            </a:moveTo>
                            <a:lnTo>
                              <a:pt x="1735931" y="606742"/>
                            </a:lnTo>
                            <a:lnTo>
                              <a:pt x="0" y="176308"/>
                            </a:lnTo>
                            <a:cubicBezTo>
                              <a:pt x="478346" y="66103"/>
                              <a:pt x="1088517" y="0"/>
                              <a:pt x="1753076" y="0"/>
                            </a:cubicBezTo>
                            <a:cubicBezTo>
                              <a:pt x="2427828" y="95"/>
                              <a:pt x="3046381" y="68104"/>
                              <a:pt x="3511010" y="175736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544" name="Google Shape;544;p5"/>
                    <p:cNvGrpSpPr/>
                    <p:nvPr/>
                  </p:nvGrpSpPr>
                  <p:grpSpPr>
                    <a:xfrm>
                      <a:off x="3176777" y="3665950"/>
                      <a:ext cx="3749611" cy="1055464"/>
                      <a:chOff x="3176777" y="3665950"/>
                      <a:chExt cx="3749611" cy="1055464"/>
                    </a:xfrm>
                  </p:grpSpPr>
                  <p:sp>
                    <p:nvSpPr>
                      <p:cNvPr id="545" name="Google Shape;545;p5"/>
                      <p:cNvSpPr/>
                      <p:nvPr/>
                    </p:nvSpPr>
                    <p:spPr>
                      <a:xfrm>
                        <a:off x="3577970" y="4143819"/>
                        <a:ext cx="2933413" cy="577595"/>
                      </a:xfrm>
                      <a:custGeom>
                        <a:rect b="b" l="l" r="r" t="t"/>
                        <a:pathLst>
                          <a:path extrusionOk="0" h="577595" w="2933413">
                            <a:moveTo>
                              <a:pt x="2933414" y="363283"/>
                            </a:moveTo>
                            <a:cubicBezTo>
                              <a:pt x="2609850" y="492919"/>
                              <a:pt x="2076545" y="577596"/>
                              <a:pt x="1473517" y="577596"/>
                            </a:cubicBezTo>
                            <a:cubicBezTo>
                              <a:pt x="861917" y="577596"/>
                              <a:pt x="322040" y="490538"/>
                              <a:pt x="0" y="357759"/>
                            </a:cubicBezTo>
                            <a:lnTo>
                              <a:pt x="1473136" y="0"/>
                            </a:lnTo>
                            <a:lnTo>
                              <a:pt x="2933414" y="363283"/>
                            </a:lnTo>
                            <a:close/>
                          </a:path>
                        </a:pathLst>
                      </a:custGeom>
                      <a:solidFill>
                        <a:srgbClr val="9CC2E5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6" name="Google Shape;546;p5"/>
                      <p:cNvSpPr/>
                      <p:nvPr/>
                    </p:nvSpPr>
                    <p:spPr>
                      <a:xfrm>
                        <a:off x="5222842" y="3825017"/>
                        <a:ext cx="1703546" cy="634650"/>
                      </a:xfrm>
                      <a:custGeom>
                        <a:rect b="b" l="l" r="r" t="t"/>
                        <a:pathLst>
                          <a:path extrusionOk="0" h="634650" w="1703546">
                            <a:moveTo>
                              <a:pt x="1703546" y="368808"/>
                            </a:moveTo>
                            <a:lnTo>
                              <a:pt x="1702880" y="382905"/>
                            </a:lnTo>
                            <a:cubicBezTo>
                              <a:pt x="1693926" y="475107"/>
                              <a:pt x="1598009" y="561118"/>
                              <a:pt x="1437418" y="634651"/>
                            </a:cubicBezTo>
                            <a:lnTo>
                              <a:pt x="0" y="276987"/>
                            </a:lnTo>
                            <a:lnTo>
                              <a:pt x="1140428" y="0"/>
                            </a:lnTo>
                            <a:cubicBezTo>
                              <a:pt x="1487139" y="92392"/>
                              <a:pt x="1703546" y="223456"/>
                              <a:pt x="1703546" y="368808"/>
                            </a:cubicBezTo>
                            <a:close/>
                          </a:path>
                        </a:pathLst>
                      </a:custGeom>
                      <a:solidFill>
                        <a:srgbClr val="A8D08C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7" name="Google Shape;547;p5"/>
                      <p:cNvSpPr/>
                      <p:nvPr/>
                    </p:nvSpPr>
                    <p:spPr>
                      <a:xfrm>
                        <a:off x="3176777" y="3821017"/>
                        <a:ext cx="1702974" cy="632174"/>
                      </a:xfrm>
                      <a:custGeom>
                        <a:rect b="b" l="l" r="r" t="t"/>
                        <a:pathLst>
                          <a:path extrusionOk="0" h="632174" w="1702974">
                            <a:moveTo>
                              <a:pt x="1702975" y="280130"/>
                            </a:moveTo>
                            <a:lnTo>
                              <a:pt x="253175" y="632174"/>
                            </a:lnTo>
                            <a:cubicBezTo>
                              <a:pt x="92488" y="556260"/>
                              <a:pt x="0" y="467392"/>
                              <a:pt x="0" y="372428"/>
                            </a:cubicBezTo>
                            <a:cubicBezTo>
                              <a:pt x="0" y="225171"/>
                              <a:pt x="222218" y="92488"/>
                              <a:pt x="576834" y="0"/>
                            </a:cubicBezTo>
                            <a:lnTo>
                              <a:pt x="1702975" y="280130"/>
                            </a:lnTo>
                            <a:close/>
                          </a:path>
                        </a:pathLst>
                      </a:custGeom>
                      <a:solidFill>
                        <a:srgbClr val="F4B081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8" name="Google Shape;548;p5"/>
                      <p:cNvSpPr/>
                      <p:nvPr/>
                    </p:nvSpPr>
                    <p:spPr>
                      <a:xfrm>
                        <a:off x="3925061" y="3665950"/>
                        <a:ext cx="2267045" cy="393477"/>
                      </a:xfrm>
                      <a:custGeom>
                        <a:rect b="b" l="l" r="r" t="t"/>
                        <a:pathLst>
                          <a:path extrusionOk="0" h="393477" w="2267045">
                            <a:moveTo>
                              <a:pt x="2267046" y="116491"/>
                            </a:moveTo>
                            <a:lnTo>
                              <a:pt x="1126331" y="393478"/>
                            </a:lnTo>
                            <a:lnTo>
                              <a:pt x="0" y="113252"/>
                            </a:lnTo>
                            <a:cubicBezTo>
                              <a:pt x="307372" y="42386"/>
                              <a:pt x="699516" y="0"/>
                              <a:pt x="1126617" y="0"/>
                            </a:cubicBezTo>
                            <a:cubicBezTo>
                              <a:pt x="1560195" y="0"/>
                              <a:pt x="1957673" y="43720"/>
                              <a:pt x="2267046" y="116491"/>
                            </a:cubicBezTo>
                            <a:close/>
                          </a:path>
                        </a:pathLst>
                      </a:custGeom>
                      <a:solidFill>
                        <a:srgbClr val="FFD966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49" name="Google Shape;549;p5"/>
                    <p:cNvSpPr/>
                    <p:nvPr/>
                  </p:nvSpPr>
                  <p:spPr>
                    <a:xfrm>
                      <a:off x="4450699" y="3998263"/>
                      <a:ext cx="1211008" cy="301942"/>
                    </a:xfrm>
                    <a:custGeom>
                      <a:rect b="b" l="l" r="r" t="t"/>
                      <a:pathLst>
                        <a:path extrusionOk="0" h="301942" w="1211008">
                          <a:moveTo>
                            <a:pt x="1211009" y="150971"/>
                          </a:moveTo>
                          <a:cubicBezTo>
                            <a:pt x="1211009" y="234350"/>
                            <a:pt x="939915" y="301943"/>
                            <a:pt x="605504" y="301943"/>
                          </a:cubicBezTo>
                          <a:cubicBezTo>
                            <a:pt x="271094" y="301943"/>
                            <a:pt x="0" y="234350"/>
                            <a:pt x="0" y="150971"/>
                          </a:cubicBezTo>
                          <a:cubicBezTo>
                            <a:pt x="0" y="67592"/>
                            <a:pt x="271094" y="0"/>
                            <a:pt x="605504" y="0"/>
                          </a:cubicBezTo>
                          <a:cubicBezTo>
                            <a:pt x="939915" y="0"/>
                            <a:pt x="1211009" y="67592"/>
                            <a:pt x="1211009" y="15097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50" name="Google Shape;550;p5"/>
                  <p:cNvGrpSpPr/>
                  <p:nvPr/>
                </p:nvGrpSpPr>
                <p:grpSpPr>
                  <a:xfrm>
                    <a:off x="4153470" y="1735300"/>
                    <a:ext cx="1298350" cy="2422996"/>
                    <a:chOff x="4153470" y="1735300"/>
                    <a:chExt cx="1298350" cy="2422996"/>
                  </a:xfrm>
                </p:grpSpPr>
                <p:grpSp>
                  <p:nvGrpSpPr>
                    <p:cNvPr id="551" name="Google Shape;551;p5"/>
                    <p:cNvGrpSpPr/>
                    <p:nvPr/>
                  </p:nvGrpSpPr>
                  <p:grpSpPr>
                    <a:xfrm>
                      <a:off x="4710683" y="3960558"/>
                      <a:ext cx="301656" cy="197738"/>
                      <a:chOff x="4710683" y="3960558"/>
                      <a:chExt cx="301656" cy="197738"/>
                    </a:xfrm>
                  </p:grpSpPr>
                  <p:sp>
                    <p:nvSpPr>
                      <p:cNvPr id="552" name="Google Shape;552;p5"/>
                      <p:cNvSpPr/>
                      <p:nvPr/>
                    </p:nvSpPr>
                    <p:spPr>
                      <a:xfrm>
                        <a:off x="4909089" y="3960558"/>
                        <a:ext cx="103155" cy="61340"/>
                      </a:xfrm>
                      <a:custGeom>
                        <a:rect b="b" l="l" r="r" t="t"/>
                        <a:pathLst>
                          <a:path extrusionOk="0" h="61340" w="103155">
                            <a:moveTo>
                              <a:pt x="103156" y="0"/>
                            </a:moveTo>
                            <a:lnTo>
                              <a:pt x="95536" y="57626"/>
                            </a:lnTo>
                            <a:lnTo>
                              <a:pt x="0" y="61341"/>
                            </a:lnTo>
                            <a:lnTo>
                              <a:pt x="4286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3" name="Google Shape;553;p5"/>
                      <p:cNvSpPr/>
                      <p:nvPr/>
                    </p:nvSpPr>
                    <p:spPr>
                      <a:xfrm>
                        <a:off x="4710683" y="4011109"/>
                        <a:ext cx="301656" cy="147187"/>
                      </a:xfrm>
                      <a:custGeom>
                        <a:rect b="b" l="l" r="r" t="t"/>
                        <a:pathLst>
                          <a:path extrusionOk="0" h="147187" w="301656">
                            <a:moveTo>
                              <a:pt x="301657" y="146426"/>
                            </a:moveTo>
                            <a:lnTo>
                              <a:pt x="0" y="147188"/>
                            </a:lnTo>
                            <a:cubicBezTo>
                              <a:pt x="0" y="147188"/>
                              <a:pt x="42958" y="66130"/>
                              <a:pt x="188214" y="29078"/>
                            </a:cubicBezTo>
                            <a:cubicBezTo>
                              <a:pt x="188214" y="29078"/>
                              <a:pt x="192596" y="-1021"/>
                              <a:pt x="192786" y="27"/>
                            </a:cubicBezTo>
                            <a:cubicBezTo>
                              <a:pt x="192977" y="1074"/>
                              <a:pt x="298323" y="27"/>
                              <a:pt x="298323" y="27"/>
                            </a:cubicBezTo>
                            <a:lnTo>
                              <a:pt x="301657" y="146426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554" name="Google Shape;554;p5"/>
                    <p:cNvGrpSpPr/>
                    <p:nvPr/>
                  </p:nvGrpSpPr>
                  <p:grpSpPr>
                    <a:xfrm>
                      <a:off x="5058536" y="3952748"/>
                      <a:ext cx="288703" cy="205453"/>
                      <a:chOff x="5058536" y="3952748"/>
                      <a:chExt cx="288703" cy="205453"/>
                    </a:xfrm>
                  </p:grpSpPr>
                  <p:sp>
                    <p:nvSpPr>
                      <p:cNvPr id="555" name="Google Shape;555;p5"/>
                      <p:cNvSpPr/>
                      <p:nvPr/>
                    </p:nvSpPr>
                    <p:spPr>
                      <a:xfrm>
                        <a:off x="5226747" y="3952748"/>
                        <a:ext cx="110204" cy="74771"/>
                      </a:xfrm>
                      <a:custGeom>
                        <a:rect b="b" l="l" r="r" t="t"/>
                        <a:pathLst>
                          <a:path extrusionOk="0" h="74771" w="110204">
                            <a:moveTo>
                              <a:pt x="107252" y="0"/>
                            </a:moveTo>
                            <a:lnTo>
                              <a:pt x="110204" y="65818"/>
                            </a:lnTo>
                            <a:lnTo>
                              <a:pt x="8096" y="7477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1B193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6" name="Google Shape;556;p5"/>
                      <p:cNvSpPr/>
                      <p:nvPr/>
                    </p:nvSpPr>
                    <p:spPr>
                      <a:xfrm>
                        <a:off x="5058536" y="4010945"/>
                        <a:ext cx="288703" cy="147256"/>
                      </a:xfrm>
                      <a:custGeom>
                        <a:rect b="b" l="l" r="r" t="t"/>
                        <a:pathLst>
                          <a:path extrusionOk="0" h="147256" w="288703">
                            <a:moveTo>
                              <a:pt x="281940" y="7429"/>
                            </a:moveTo>
                            <a:lnTo>
                              <a:pt x="288703" y="145161"/>
                            </a:lnTo>
                            <a:lnTo>
                              <a:pt x="0" y="147257"/>
                            </a:lnTo>
                            <a:cubicBezTo>
                              <a:pt x="0" y="147257"/>
                              <a:pt x="34957" y="66389"/>
                              <a:pt x="168212" y="19431"/>
                            </a:cubicBezTo>
                            <a:cubicBezTo>
                              <a:pt x="168212" y="19431"/>
                              <a:pt x="170212" y="-953"/>
                              <a:pt x="170402" y="95"/>
                            </a:cubicBezTo>
                            <a:cubicBezTo>
                              <a:pt x="170593" y="1143"/>
                              <a:pt x="280702" y="0"/>
                              <a:pt x="280702" y="0"/>
                            </a:cubicBezTo>
                            <a:lnTo>
                              <a:pt x="281940" y="7429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557" name="Google Shape;557;p5"/>
                    <p:cNvGrpSpPr/>
                    <p:nvPr/>
                  </p:nvGrpSpPr>
                  <p:grpSpPr>
                    <a:xfrm>
                      <a:off x="4890325" y="2658586"/>
                      <a:ext cx="453485" cy="1312068"/>
                      <a:chOff x="4890325" y="2658586"/>
                      <a:chExt cx="453485" cy="1312068"/>
                    </a:xfrm>
                  </p:grpSpPr>
                  <p:sp>
                    <p:nvSpPr>
                      <p:cNvPr id="558" name="Google Shape;558;p5"/>
                      <p:cNvSpPr/>
                      <p:nvPr/>
                    </p:nvSpPr>
                    <p:spPr>
                      <a:xfrm>
                        <a:off x="4890325" y="2658586"/>
                        <a:ext cx="453485" cy="1312068"/>
                      </a:xfrm>
                      <a:custGeom>
                        <a:rect b="b" l="l" r="r" t="t"/>
                        <a:pathLst>
                          <a:path extrusionOk="0" h="1312068" w="453485">
                            <a:moveTo>
                              <a:pt x="453485" y="1310640"/>
                            </a:moveTo>
                            <a:lnTo>
                              <a:pt x="409575" y="1311116"/>
                            </a:lnTo>
                            <a:lnTo>
                              <a:pt x="310134" y="1312069"/>
                            </a:lnTo>
                            <a:lnTo>
                              <a:pt x="188690" y="483299"/>
                            </a:lnTo>
                            <a:lnTo>
                              <a:pt x="130969" y="1304068"/>
                            </a:lnTo>
                            <a:lnTo>
                              <a:pt x="0" y="1304068"/>
                            </a:lnTo>
                            <a:lnTo>
                              <a:pt x="18859" y="138208"/>
                            </a:lnTo>
                            <a:lnTo>
                              <a:pt x="36385" y="36386"/>
                            </a:lnTo>
                            <a:lnTo>
                              <a:pt x="269462" y="6953"/>
                            </a:lnTo>
                            <a:lnTo>
                              <a:pt x="324517" y="0"/>
                            </a:lnTo>
                            <a:cubicBezTo>
                              <a:pt x="324326" y="7144"/>
                              <a:pt x="343376" y="54292"/>
                              <a:pt x="343376" y="54292"/>
                            </a:cubicBezTo>
                            <a:cubicBezTo>
                              <a:pt x="385286" y="128397"/>
                              <a:pt x="368236" y="255556"/>
                              <a:pt x="368236" y="255556"/>
                            </a:cubicBezTo>
                            <a:lnTo>
                              <a:pt x="453485" y="131064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9" name="Google Shape;559;p5"/>
                      <p:cNvSpPr/>
                      <p:nvPr/>
                    </p:nvSpPr>
                    <p:spPr>
                      <a:xfrm>
                        <a:off x="5159787" y="2658586"/>
                        <a:ext cx="184023" cy="1311306"/>
                      </a:xfrm>
                      <a:custGeom>
                        <a:rect b="b" l="l" r="r" t="t"/>
                        <a:pathLst>
                          <a:path extrusionOk="0" h="1311306" w="184023">
                            <a:moveTo>
                              <a:pt x="184023" y="1310640"/>
                            </a:moveTo>
                            <a:lnTo>
                              <a:pt x="124968" y="1311307"/>
                            </a:lnTo>
                            <a:lnTo>
                              <a:pt x="1715" y="14859"/>
                            </a:lnTo>
                            <a:cubicBezTo>
                              <a:pt x="1715" y="14859"/>
                              <a:pt x="1143" y="11811"/>
                              <a:pt x="0" y="6953"/>
                            </a:cubicBezTo>
                            <a:lnTo>
                              <a:pt x="55054" y="0"/>
                            </a:lnTo>
                            <a:cubicBezTo>
                              <a:pt x="54864" y="7144"/>
                              <a:pt x="73914" y="54292"/>
                              <a:pt x="73914" y="54292"/>
                            </a:cubicBezTo>
                            <a:cubicBezTo>
                              <a:pt x="115824" y="128397"/>
                              <a:pt x="98774" y="255556"/>
                              <a:pt x="98774" y="255556"/>
                            </a:cubicBezTo>
                            <a:lnTo>
                              <a:pt x="184023" y="1310640"/>
                            </a:lnTo>
                            <a:close/>
                          </a:path>
                        </a:pathLst>
                      </a:custGeom>
                      <a:solidFill>
                        <a:srgbClr val="394759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0" name="Google Shape;560;p5"/>
                      <p:cNvSpPr/>
                      <p:nvPr/>
                    </p:nvSpPr>
                    <p:spPr>
                      <a:xfrm>
                        <a:off x="4922995" y="2680208"/>
                        <a:ext cx="298227" cy="42042"/>
                      </a:xfrm>
                      <a:custGeom>
                        <a:rect b="b" l="l" r="r" t="t"/>
                        <a:pathLst>
                          <a:path extrusionOk="0" h="42042" w="298227">
                            <a:moveTo>
                              <a:pt x="0" y="36481"/>
                            </a:moveTo>
                            <a:cubicBezTo>
                              <a:pt x="58483" y="50006"/>
                              <a:pt x="230791" y="39243"/>
                              <a:pt x="298228" y="0"/>
                            </a:cubicBezTo>
                          </a:path>
                        </a:pathLst>
                      </a:custGeom>
                      <a:noFill/>
                      <a:ln cap="flat" cmpd="sng" w="9525">
                        <a:solidFill>
                          <a:srgbClr val="404040"/>
                        </a:solidFill>
                        <a:prstDash val="solid"/>
                        <a:miter lim="8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1" name="Google Shape;561;p5"/>
                      <p:cNvSpPr/>
                      <p:nvPr/>
                    </p:nvSpPr>
                    <p:spPr>
                      <a:xfrm>
                        <a:off x="4981963" y="2901473"/>
                        <a:ext cx="102576" cy="1061085"/>
                      </a:xfrm>
                      <a:custGeom>
                        <a:rect b="b" l="l" r="r" t="t"/>
                        <a:pathLst>
                          <a:path extrusionOk="0" h="1061085" w="102576">
                            <a:moveTo>
                              <a:pt x="102576" y="277463"/>
                            </a:moveTo>
                            <a:lnTo>
                              <a:pt x="39235" y="1061085"/>
                            </a:lnTo>
                            <a:lnTo>
                              <a:pt x="1516" y="1061085"/>
                            </a:lnTo>
                            <a:cubicBezTo>
                              <a:pt x="-11247" y="1061085"/>
                              <a:pt x="60762" y="0"/>
                              <a:pt x="60762" y="0"/>
                            </a:cubicBezTo>
                            <a:lnTo>
                              <a:pt x="102576" y="277463"/>
                            </a:lnTo>
                            <a:close/>
                          </a:path>
                        </a:pathLst>
                      </a:custGeom>
                      <a:solidFill>
                        <a:srgbClr val="29334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62" name="Google Shape;562;p5"/>
                    <p:cNvSpPr/>
                    <p:nvPr/>
                  </p:nvSpPr>
                  <p:spPr>
                    <a:xfrm>
                      <a:off x="4292491" y="2299866"/>
                      <a:ext cx="562591" cy="367022"/>
                    </a:xfrm>
                    <a:custGeom>
                      <a:rect b="b" l="l" r="r" t="t"/>
                      <a:pathLst>
                        <a:path extrusionOk="0" h="367022" w="562591">
                          <a:moveTo>
                            <a:pt x="562591" y="241563"/>
                          </a:moveTo>
                          <a:cubicBezTo>
                            <a:pt x="551542" y="282520"/>
                            <a:pt x="485915" y="373770"/>
                            <a:pt x="463055" y="366626"/>
                          </a:cubicBezTo>
                          <a:cubicBezTo>
                            <a:pt x="348755" y="318525"/>
                            <a:pt x="235027" y="201748"/>
                            <a:pt x="156255" y="170030"/>
                          </a:cubicBezTo>
                          <a:cubicBezTo>
                            <a:pt x="76912" y="138121"/>
                            <a:pt x="2045" y="58683"/>
                            <a:pt x="45" y="17535"/>
                          </a:cubicBezTo>
                          <a:cubicBezTo>
                            <a:pt x="-527" y="6486"/>
                            <a:pt x="4331" y="-277"/>
                            <a:pt x="15856" y="9"/>
                          </a:cubicBezTo>
                          <a:cubicBezTo>
                            <a:pt x="69197" y="1056"/>
                            <a:pt x="129775" y="63731"/>
                            <a:pt x="133205" y="66684"/>
                          </a:cubicBezTo>
                          <a:cubicBezTo>
                            <a:pt x="133205" y="66684"/>
                            <a:pt x="135300" y="62588"/>
                            <a:pt x="129299" y="53063"/>
                          </a:cubicBezTo>
                          <a:cubicBezTo>
                            <a:pt x="127299" y="49920"/>
                            <a:pt x="120441" y="41442"/>
                            <a:pt x="120441" y="41442"/>
                          </a:cubicBezTo>
                          <a:cubicBezTo>
                            <a:pt x="114059" y="34394"/>
                            <a:pt x="105487" y="32108"/>
                            <a:pt x="100534" y="28298"/>
                          </a:cubicBezTo>
                          <a:cubicBezTo>
                            <a:pt x="99772" y="27345"/>
                            <a:pt x="95009" y="21345"/>
                            <a:pt x="108344" y="19821"/>
                          </a:cubicBezTo>
                          <a:cubicBezTo>
                            <a:pt x="172828" y="35727"/>
                            <a:pt x="175305" y="98878"/>
                            <a:pt x="200832" y="126120"/>
                          </a:cubicBezTo>
                          <a:cubicBezTo>
                            <a:pt x="275984" y="190795"/>
                            <a:pt x="451816" y="237658"/>
                            <a:pt x="451816" y="237658"/>
                          </a:cubicBezTo>
                          <a:lnTo>
                            <a:pt x="472390" y="192223"/>
                          </a:lnTo>
                          <a:lnTo>
                            <a:pt x="562591" y="241563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63" name="Google Shape;563;p5"/>
                    <p:cNvGrpSpPr/>
                    <p:nvPr/>
                  </p:nvGrpSpPr>
                  <p:grpSpPr>
                    <a:xfrm>
                      <a:off x="4153470" y="2129853"/>
                      <a:ext cx="291179" cy="340074"/>
                      <a:chOff x="4153470" y="2129853"/>
                      <a:chExt cx="291179" cy="340074"/>
                    </a:xfrm>
                  </p:grpSpPr>
                  <p:sp>
                    <p:nvSpPr>
                      <p:cNvPr id="564" name="Google Shape;564;p5"/>
                      <p:cNvSpPr/>
                      <p:nvPr/>
                    </p:nvSpPr>
                    <p:spPr>
                      <a:xfrm>
                        <a:off x="4153470" y="2129853"/>
                        <a:ext cx="291179" cy="340074"/>
                      </a:xfrm>
                      <a:custGeom>
                        <a:rect b="b" l="l" r="r" t="t"/>
                        <a:pathLst>
                          <a:path extrusionOk="0" h="340074" w="291179">
                            <a:moveTo>
                              <a:pt x="0" y="51625"/>
                            </a:moveTo>
                            <a:cubicBezTo>
                              <a:pt x="571" y="52102"/>
                              <a:pt x="162306" y="343567"/>
                              <a:pt x="163735" y="340042"/>
                            </a:cubicBezTo>
                            <a:cubicBezTo>
                              <a:pt x="165259" y="336518"/>
                              <a:pt x="291179" y="274796"/>
                              <a:pt x="291179" y="274796"/>
                            </a:cubicBezTo>
                            <a:lnTo>
                              <a:pt x="154496" y="0"/>
                            </a:lnTo>
                            <a:lnTo>
                              <a:pt x="0" y="51625"/>
                            </a:lnTo>
                            <a:close/>
                          </a:path>
                        </a:pathLst>
                      </a:custGeom>
                      <a:solidFill>
                        <a:srgbClr val="CBCBCB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5" name="Google Shape;565;p5"/>
                      <p:cNvSpPr/>
                      <p:nvPr/>
                    </p:nvSpPr>
                    <p:spPr>
                      <a:xfrm>
                        <a:off x="4188142" y="2153666"/>
                        <a:ext cx="234410" cy="289750"/>
                      </a:xfrm>
                      <a:custGeom>
                        <a:rect b="b" l="l" r="r" t="t"/>
                        <a:pathLst>
                          <a:path extrusionOk="0" h="289750" w="234410">
                            <a:moveTo>
                              <a:pt x="0" y="39433"/>
                            </a:moveTo>
                            <a:lnTo>
                              <a:pt x="134398" y="289750"/>
                            </a:lnTo>
                            <a:lnTo>
                              <a:pt x="234410" y="236029"/>
                            </a:lnTo>
                            <a:lnTo>
                              <a:pt x="116967" y="0"/>
                            </a:lnTo>
                            <a:close/>
                          </a:path>
                        </a:pathLst>
                      </a:custGeom>
                      <a:solidFill>
                        <a:srgbClr val="44546A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66" name="Google Shape;566;p5"/>
                    <p:cNvSpPr/>
                    <p:nvPr/>
                  </p:nvSpPr>
                  <p:spPr>
                    <a:xfrm>
                      <a:off x="4391498" y="2319492"/>
                      <a:ext cx="84276" cy="102363"/>
                    </a:xfrm>
                    <a:custGeom>
                      <a:rect b="b" l="l" r="r" t="t"/>
                      <a:pathLst>
                        <a:path extrusionOk="0" h="102363" w="84276">
                          <a:moveTo>
                            <a:pt x="31054" y="96016"/>
                          </a:moveTo>
                          <a:cubicBezTo>
                            <a:pt x="24768" y="68584"/>
                            <a:pt x="34388" y="51534"/>
                            <a:pt x="34483" y="44676"/>
                          </a:cubicBezTo>
                          <a:cubicBezTo>
                            <a:pt x="34578" y="37818"/>
                            <a:pt x="22482" y="17530"/>
                            <a:pt x="7527" y="12100"/>
                          </a:cubicBezTo>
                          <a:cubicBezTo>
                            <a:pt x="-7332" y="6671"/>
                            <a:pt x="1717" y="-4568"/>
                            <a:pt x="18100" y="2004"/>
                          </a:cubicBezTo>
                          <a:cubicBezTo>
                            <a:pt x="34483" y="8576"/>
                            <a:pt x="63344" y="23626"/>
                            <a:pt x="81251" y="72203"/>
                          </a:cubicBezTo>
                          <a:cubicBezTo>
                            <a:pt x="99253" y="120876"/>
                            <a:pt x="31054" y="96016"/>
                            <a:pt x="31054" y="9601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67" name="Google Shape;567;p5"/>
                    <p:cNvGrpSpPr/>
                    <p:nvPr/>
                  </p:nvGrpSpPr>
                  <p:grpSpPr>
                    <a:xfrm>
                      <a:off x="4744402" y="2117756"/>
                      <a:ext cx="668940" cy="581032"/>
                      <a:chOff x="4744402" y="2117756"/>
                      <a:chExt cx="668940" cy="581032"/>
                    </a:xfrm>
                  </p:grpSpPr>
                  <p:sp>
                    <p:nvSpPr>
                      <p:cNvPr id="568" name="Google Shape;568;p5"/>
                      <p:cNvSpPr/>
                      <p:nvPr/>
                    </p:nvSpPr>
                    <p:spPr>
                      <a:xfrm>
                        <a:off x="4764976" y="2117756"/>
                        <a:ext cx="644175" cy="581032"/>
                      </a:xfrm>
                      <a:custGeom>
                        <a:rect b="b" l="l" r="r" t="t"/>
                        <a:pathLst>
                          <a:path extrusionOk="0" h="581032" w="644175">
                            <a:moveTo>
                              <a:pt x="492919" y="28766"/>
                            </a:moveTo>
                            <a:cubicBezTo>
                              <a:pt x="432911" y="0"/>
                              <a:pt x="362807" y="0"/>
                              <a:pt x="324040" y="0"/>
                            </a:cubicBezTo>
                            <a:cubicBezTo>
                              <a:pt x="324040" y="0"/>
                              <a:pt x="294704" y="3143"/>
                              <a:pt x="225266" y="21812"/>
                            </a:cubicBezTo>
                            <a:cubicBezTo>
                              <a:pt x="155829" y="40577"/>
                              <a:pt x="103346" y="76200"/>
                              <a:pt x="69532" y="123158"/>
                            </a:cubicBezTo>
                            <a:cubicBezTo>
                              <a:pt x="56959" y="140684"/>
                              <a:pt x="50101" y="152876"/>
                              <a:pt x="46482" y="161354"/>
                            </a:cubicBezTo>
                            <a:cubicBezTo>
                              <a:pt x="18193" y="216122"/>
                              <a:pt x="3429" y="318325"/>
                              <a:pt x="0" y="338900"/>
                            </a:cubicBezTo>
                            <a:lnTo>
                              <a:pt x="25622" y="423577"/>
                            </a:lnTo>
                            <a:lnTo>
                              <a:pt x="68389" y="469106"/>
                            </a:lnTo>
                            <a:lnTo>
                              <a:pt x="114205" y="422053"/>
                            </a:lnTo>
                            <a:lnTo>
                              <a:pt x="115919" y="420338"/>
                            </a:lnTo>
                            <a:cubicBezTo>
                              <a:pt x="134112" y="482537"/>
                              <a:pt x="149733" y="536067"/>
                              <a:pt x="158020" y="561499"/>
                            </a:cubicBezTo>
                            <a:cubicBezTo>
                              <a:pt x="158972" y="564547"/>
                              <a:pt x="150590" y="575596"/>
                              <a:pt x="151352" y="577977"/>
                            </a:cubicBezTo>
                            <a:lnTo>
                              <a:pt x="161449" y="578930"/>
                            </a:lnTo>
                            <a:cubicBezTo>
                              <a:pt x="188690" y="583501"/>
                              <a:pt x="213265" y="579406"/>
                              <a:pt x="239744" y="577977"/>
                            </a:cubicBezTo>
                            <a:cubicBezTo>
                              <a:pt x="344710" y="572072"/>
                              <a:pt x="448437" y="543401"/>
                              <a:pt x="448437" y="543401"/>
                            </a:cubicBezTo>
                            <a:lnTo>
                              <a:pt x="451390" y="278416"/>
                            </a:lnTo>
                            <a:cubicBezTo>
                              <a:pt x="507682" y="392716"/>
                              <a:pt x="540544" y="469106"/>
                              <a:pt x="540544" y="469106"/>
                            </a:cubicBezTo>
                            <a:lnTo>
                              <a:pt x="644176" y="421481"/>
                            </a:lnTo>
                            <a:cubicBezTo>
                              <a:pt x="604838" y="284321"/>
                              <a:pt x="552926" y="57531"/>
                              <a:pt x="492919" y="28766"/>
                            </a:cubicBezTo>
                            <a:close/>
                          </a:path>
                        </a:pathLst>
                      </a:custGeom>
                      <a:solidFill>
                        <a:srgbClr val="4472C4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9" name="Google Shape;569;p5"/>
                      <p:cNvSpPr/>
                      <p:nvPr/>
                    </p:nvSpPr>
                    <p:spPr>
                      <a:xfrm>
                        <a:off x="5280850" y="2489136"/>
                        <a:ext cx="132492" cy="98964"/>
                      </a:xfrm>
                      <a:custGeom>
                        <a:rect b="b" l="l" r="r" t="t"/>
                        <a:pathLst>
                          <a:path extrusionOk="0" h="98964" w="132492">
                            <a:moveTo>
                              <a:pt x="22002" y="98965"/>
                            </a:moveTo>
                            <a:lnTo>
                              <a:pt x="132493" y="48196"/>
                            </a:lnTo>
                            <a:lnTo>
                              <a:pt x="114395" y="0"/>
                            </a:lnTo>
                            <a:lnTo>
                              <a:pt x="0" y="6124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0" name="Google Shape;570;p5"/>
                      <p:cNvSpPr/>
                      <p:nvPr/>
                    </p:nvSpPr>
                    <p:spPr>
                      <a:xfrm>
                        <a:off x="5003517" y="2285110"/>
                        <a:ext cx="225516" cy="410724"/>
                      </a:xfrm>
                      <a:custGeom>
                        <a:rect b="b" l="l" r="r" t="t"/>
                        <a:pathLst>
                          <a:path extrusionOk="0" h="410724" w="225516">
                            <a:moveTo>
                              <a:pt x="212848" y="111062"/>
                            </a:moveTo>
                            <a:lnTo>
                              <a:pt x="211705" y="350615"/>
                            </a:lnTo>
                            <a:lnTo>
                              <a:pt x="225517" y="364522"/>
                            </a:lnTo>
                            <a:lnTo>
                              <a:pt x="211324" y="373475"/>
                            </a:lnTo>
                            <a:lnTo>
                              <a:pt x="211610" y="375857"/>
                            </a:lnTo>
                            <a:cubicBezTo>
                              <a:pt x="211610" y="375857"/>
                              <a:pt x="106264" y="404813"/>
                              <a:pt x="1203" y="410718"/>
                            </a:cubicBezTo>
                            <a:lnTo>
                              <a:pt x="346" y="410718"/>
                            </a:lnTo>
                            <a:cubicBezTo>
                              <a:pt x="-9656" y="411385"/>
                              <a:pt x="200752" y="357854"/>
                              <a:pt x="200752" y="357854"/>
                            </a:cubicBezTo>
                            <a:lnTo>
                              <a:pt x="154936" y="330803"/>
                            </a:lnTo>
                            <a:lnTo>
                              <a:pt x="183797" y="0"/>
                            </a:lnTo>
                            <a:lnTo>
                              <a:pt x="212848" y="111062"/>
                            </a:ln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1" name="Google Shape;571;p5"/>
                      <p:cNvSpPr/>
                      <p:nvPr/>
                    </p:nvSpPr>
                    <p:spPr>
                      <a:xfrm>
                        <a:off x="4744402" y="2456656"/>
                        <a:ext cx="119919" cy="135254"/>
                      </a:xfrm>
                      <a:custGeom>
                        <a:rect b="b" l="l" r="r" t="t"/>
                        <a:pathLst>
                          <a:path extrusionOk="0" h="135254" w="119919">
                            <a:moveTo>
                              <a:pt x="119920" y="102299"/>
                            </a:moveTo>
                            <a:lnTo>
                              <a:pt x="93631" y="135255"/>
                            </a:lnTo>
                            <a:lnTo>
                              <a:pt x="88868" y="130207"/>
                            </a:lnTo>
                            <a:lnTo>
                              <a:pt x="0" y="49816"/>
                            </a:lnTo>
                            <a:lnTo>
                              <a:pt x="20574" y="0"/>
                            </a:lnTo>
                            <a:lnTo>
                              <a:pt x="67056" y="49816"/>
                            </a:lnTo>
                            <a:close/>
                          </a:path>
                        </a:pathLst>
                      </a:custGeom>
                      <a:solidFill>
                        <a:srgbClr val="4E83E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2" name="Google Shape;572;p5"/>
                      <p:cNvSpPr/>
                      <p:nvPr/>
                    </p:nvSpPr>
                    <p:spPr>
                      <a:xfrm>
                        <a:off x="4811458" y="2391695"/>
                        <a:ext cx="69437" cy="167259"/>
                      </a:xfrm>
                      <a:custGeom>
                        <a:rect b="b" l="l" r="r" t="t"/>
                        <a:pathLst>
                          <a:path extrusionOk="0" h="167259" w="69437">
                            <a:moveTo>
                              <a:pt x="69437" y="146399"/>
                            </a:moveTo>
                            <a:lnTo>
                              <a:pt x="52864" y="167259"/>
                            </a:lnTo>
                            <a:lnTo>
                              <a:pt x="0" y="114776"/>
                            </a:lnTo>
                            <a:cubicBezTo>
                              <a:pt x="16288" y="85915"/>
                              <a:pt x="38195" y="42672"/>
                              <a:pt x="51149" y="0"/>
                            </a:cubicBezTo>
                            <a:cubicBezTo>
                              <a:pt x="51149" y="58484"/>
                              <a:pt x="69437" y="146399"/>
                              <a:pt x="69437" y="146399"/>
                            </a:cubicBezTo>
                            <a:close/>
                          </a:path>
                        </a:pathLst>
                      </a:custGeom>
                      <a:solidFill>
                        <a:srgbClr val="3D66B0"/>
                      </a:solidFill>
                      <a:ln>
                        <a:noFill/>
                      </a:ln>
                    </p:spPr>
                    <p:txBody>
                      <a:bodyPr anchorCtr="0" anchor="ctr" bIns="34275" lIns="68575" spcFirstLastPara="1" rIns="68575" wrap="square" tIns="342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73" name="Google Shape;573;p5"/>
                    <p:cNvSpPr/>
                    <p:nvPr/>
                  </p:nvSpPr>
                  <p:spPr>
                    <a:xfrm>
                      <a:off x="5312854" y="2541428"/>
                      <a:ext cx="138966" cy="611790"/>
                    </a:xfrm>
                    <a:custGeom>
                      <a:rect b="b" l="l" r="r" t="t"/>
                      <a:pathLst>
                        <a:path extrusionOk="0" h="611790" w="138966">
                          <a:moveTo>
                            <a:pt x="91630" y="0"/>
                          </a:moveTo>
                          <a:cubicBezTo>
                            <a:pt x="141637" y="150114"/>
                            <a:pt x="100489" y="343091"/>
                            <a:pt x="128873" y="413004"/>
                          </a:cubicBezTo>
                          <a:cubicBezTo>
                            <a:pt x="151066" y="467678"/>
                            <a:pt x="137636" y="611791"/>
                            <a:pt x="78867" y="611791"/>
                          </a:cubicBezTo>
                          <a:cubicBezTo>
                            <a:pt x="78867" y="611791"/>
                            <a:pt x="132112" y="520732"/>
                            <a:pt x="94869" y="480632"/>
                          </a:cubicBezTo>
                          <a:cubicBezTo>
                            <a:pt x="66770" y="450342"/>
                            <a:pt x="71342" y="560642"/>
                            <a:pt x="71342" y="560642"/>
                          </a:cubicBezTo>
                          <a:cubicBezTo>
                            <a:pt x="71342" y="560642"/>
                            <a:pt x="32575" y="490633"/>
                            <a:pt x="71342" y="418052"/>
                          </a:cubicBezTo>
                          <a:cubicBezTo>
                            <a:pt x="71342" y="418052"/>
                            <a:pt x="50101" y="202883"/>
                            <a:pt x="0" y="42767"/>
                          </a:cubicBezTo>
                          <a:lnTo>
                            <a:pt x="91630" y="0"/>
                          </a:ln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4" name="Google Shape;574;p5"/>
                    <p:cNvSpPr/>
                    <p:nvPr/>
                  </p:nvSpPr>
                  <p:spPr>
                    <a:xfrm>
                      <a:off x="4950427" y="1973167"/>
                      <a:ext cx="153542" cy="220884"/>
                    </a:xfrm>
                    <a:custGeom>
                      <a:rect b="b" l="l" r="r" t="t"/>
                      <a:pathLst>
                        <a:path extrusionOk="0" h="220884" w="153542">
                          <a:moveTo>
                            <a:pt x="153543" y="147066"/>
                          </a:moveTo>
                          <a:cubicBezTo>
                            <a:pt x="153543" y="147066"/>
                            <a:pt x="133540" y="220885"/>
                            <a:pt x="79724" y="220885"/>
                          </a:cubicBezTo>
                          <a:cubicBezTo>
                            <a:pt x="26670" y="220885"/>
                            <a:pt x="26289" y="180689"/>
                            <a:pt x="26289" y="179546"/>
                          </a:cubicBezTo>
                          <a:lnTo>
                            <a:pt x="20479" y="157163"/>
                          </a:lnTo>
                          <a:lnTo>
                            <a:pt x="0" y="78296"/>
                          </a:lnTo>
                          <a:lnTo>
                            <a:pt x="67151" y="33814"/>
                          </a:lnTo>
                          <a:lnTo>
                            <a:pt x="119348" y="0"/>
                          </a:lnTo>
                          <a:cubicBezTo>
                            <a:pt x="119443" y="51340"/>
                            <a:pt x="153543" y="147066"/>
                            <a:pt x="153543" y="147066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5" name="Google Shape;575;p5"/>
                    <p:cNvSpPr/>
                    <p:nvPr/>
                  </p:nvSpPr>
                  <p:spPr>
                    <a:xfrm>
                      <a:off x="4950427" y="1994789"/>
                      <a:ext cx="119388" cy="135540"/>
                    </a:xfrm>
                    <a:custGeom>
                      <a:rect b="b" l="l" r="r" t="t"/>
                      <a:pathLst>
                        <a:path extrusionOk="0" h="135540" w="119388">
                          <a:moveTo>
                            <a:pt x="119253" y="0"/>
                          </a:moveTo>
                          <a:cubicBezTo>
                            <a:pt x="123634" y="70675"/>
                            <a:pt x="20479" y="135541"/>
                            <a:pt x="20479" y="135541"/>
                          </a:cubicBezTo>
                          <a:lnTo>
                            <a:pt x="0" y="56674"/>
                          </a:lnTo>
                          <a:lnTo>
                            <a:pt x="67151" y="12192"/>
                          </a:lnTo>
                          <a:lnTo>
                            <a:pt x="119253" y="0"/>
                          </a:lnTo>
                          <a:close/>
                        </a:path>
                      </a:pathLst>
                    </a:custGeom>
                    <a:solidFill>
                      <a:srgbClr val="EBBC92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6" name="Google Shape;576;p5"/>
                    <p:cNvSpPr/>
                    <p:nvPr/>
                  </p:nvSpPr>
                  <p:spPr>
                    <a:xfrm>
                      <a:off x="4817553" y="1735300"/>
                      <a:ext cx="310038" cy="299303"/>
                    </a:xfrm>
                    <a:custGeom>
                      <a:rect b="b" l="l" r="r" t="t"/>
                      <a:pathLst>
                        <a:path extrusionOk="0" h="299303" w="310038">
                          <a:moveTo>
                            <a:pt x="261366" y="299303"/>
                          </a:moveTo>
                          <a:cubicBezTo>
                            <a:pt x="281464" y="251678"/>
                            <a:pt x="314801" y="127663"/>
                            <a:pt x="300514" y="99088"/>
                          </a:cubicBezTo>
                          <a:lnTo>
                            <a:pt x="310039" y="113375"/>
                          </a:lnTo>
                          <a:cubicBezTo>
                            <a:pt x="310039" y="113375"/>
                            <a:pt x="310039" y="94325"/>
                            <a:pt x="300514" y="84800"/>
                          </a:cubicBezTo>
                          <a:cubicBezTo>
                            <a:pt x="300514" y="84800"/>
                            <a:pt x="305276" y="46605"/>
                            <a:pt x="290989" y="41843"/>
                          </a:cubicBezTo>
                          <a:cubicBezTo>
                            <a:pt x="290989" y="41843"/>
                            <a:pt x="295751" y="51368"/>
                            <a:pt x="290989" y="60893"/>
                          </a:cubicBezTo>
                          <a:cubicBezTo>
                            <a:pt x="290989" y="60893"/>
                            <a:pt x="286226" y="22697"/>
                            <a:pt x="238506" y="3647"/>
                          </a:cubicBezTo>
                          <a:cubicBezTo>
                            <a:pt x="190786" y="-15403"/>
                            <a:pt x="28670" y="46605"/>
                            <a:pt x="0" y="41843"/>
                          </a:cubicBezTo>
                          <a:cubicBezTo>
                            <a:pt x="0" y="41843"/>
                            <a:pt x="4763" y="89563"/>
                            <a:pt x="33433" y="108613"/>
                          </a:cubicBezTo>
                          <a:cubicBezTo>
                            <a:pt x="53340" y="121948"/>
                            <a:pt x="163735" y="157000"/>
                            <a:pt x="224219" y="208816"/>
                          </a:cubicBezTo>
                          <a:cubicBezTo>
                            <a:pt x="250507" y="231295"/>
                            <a:pt x="261366" y="299303"/>
                            <a:pt x="261366" y="299303"/>
                          </a:cubicBez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7" name="Google Shape;577;p5"/>
                    <p:cNvSpPr/>
                    <p:nvPr/>
                  </p:nvSpPr>
                  <p:spPr>
                    <a:xfrm>
                      <a:off x="4849177" y="1844579"/>
                      <a:ext cx="246788" cy="242125"/>
                    </a:xfrm>
                    <a:custGeom>
                      <a:rect b="b" l="l" r="r" t="t"/>
                      <a:pathLst>
                        <a:path extrusionOk="0" h="242125" w="246788">
                          <a:moveTo>
                            <a:pt x="238030" y="142399"/>
                          </a:moveTo>
                          <a:cubicBezTo>
                            <a:pt x="233077" y="155924"/>
                            <a:pt x="220599" y="150209"/>
                            <a:pt x="220599" y="150209"/>
                          </a:cubicBezTo>
                          <a:cubicBezTo>
                            <a:pt x="224314" y="214313"/>
                            <a:pt x="123063" y="242126"/>
                            <a:pt x="123063" y="242126"/>
                          </a:cubicBezTo>
                          <a:cubicBezTo>
                            <a:pt x="38005" y="226886"/>
                            <a:pt x="11716" y="147161"/>
                            <a:pt x="3620" y="77533"/>
                          </a:cubicBezTo>
                          <a:lnTo>
                            <a:pt x="3620" y="77438"/>
                          </a:lnTo>
                          <a:cubicBezTo>
                            <a:pt x="190" y="47911"/>
                            <a:pt x="0" y="20288"/>
                            <a:pt x="0" y="0"/>
                          </a:cubicBezTo>
                          <a:cubicBezTo>
                            <a:pt x="0" y="0"/>
                            <a:pt x="26956" y="20860"/>
                            <a:pt x="83344" y="8096"/>
                          </a:cubicBezTo>
                          <a:cubicBezTo>
                            <a:pt x="157829" y="-4667"/>
                            <a:pt x="201454" y="11335"/>
                            <a:pt x="201454" y="11335"/>
                          </a:cubicBezTo>
                          <a:cubicBezTo>
                            <a:pt x="194024" y="88964"/>
                            <a:pt x="208216" y="93059"/>
                            <a:pt x="208216" y="93059"/>
                          </a:cubicBezTo>
                          <a:cubicBezTo>
                            <a:pt x="208216" y="93059"/>
                            <a:pt x="226790" y="76010"/>
                            <a:pt x="240221" y="78867"/>
                          </a:cubicBezTo>
                          <a:cubicBezTo>
                            <a:pt x="253746" y="81629"/>
                            <a:pt x="242983" y="128969"/>
                            <a:pt x="238030" y="142399"/>
                          </a:cubicBezTo>
                          <a:close/>
                        </a:path>
                      </a:pathLst>
                    </a:custGeom>
                    <a:solidFill>
                      <a:srgbClr val="FDCB9D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8" name="Google Shape;578;p5"/>
                    <p:cNvSpPr/>
                    <p:nvPr/>
                  </p:nvSpPr>
                  <p:spPr>
                    <a:xfrm>
                      <a:off x="4849462" y="1830387"/>
                      <a:ext cx="28575" cy="65531"/>
                    </a:xfrm>
                    <a:custGeom>
                      <a:rect b="b" l="l" r="r" t="t"/>
                      <a:pathLst>
                        <a:path extrusionOk="0" h="65531" w="28575">
                          <a:moveTo>
                            <a:pt x="1048" y="65532"/>
                          </a:moveTo>
                          <a:cubicBezTo>
                            <a:pt x="9430" y="19050"/>
                            <a:pt x="28575" y="14288"/>
                            <a:pt x="28575" y="14288"/>
                          </a:cubicBezTo>
                          <a:lnTo>
                            <a:pt x="0" y="0"/>
                          </a:lnTo>
                          <a:lnTo>
                            <a:pt x="1048" y="65532"/>
                          </a:lnTo>
                          <a:close/>
                        </a:path>
                      </a:pathLst>
                    </a:custGeom>
                    <a:solidFill>
                      <a:srgbClr val="262020"/>
                    </a:solidFill>
                    <a:ln>
                      <a:noFill/>
                    </a:ln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579" name="Google Shape;579;p5"/>
              <p:cNvSpPr/>
              <p:nvPr/>
            </p:nvSpPr>
            <p:spPr>
              <a:xfrm flipH="1">
                <a:off x="8528878" y="4076354"/>
                <a:ext cx="3043237" cy="1025121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extrusionOk="0" fill="none" h="120000" w="120000">
                    <a:moveTo>
                      <a:pt x="126395" y="0"/>
                    </a:moveTo>
                    <a:close/>
                  </a:path>
                  <a:path extrusionOk="0" fill="none" h="120000" w="120000">
                    <a:moveTo>
                      <a:pt x="126395" y="22500"/>
                    </a:moveTo>
                    <a:lnTo>
                      <a:pt x="154091" y="22140"/>
                    </a:lnTo>
                    <a:lnTo>
                      <a:pt x="153988" y="63791"/>
                    </a:lnTo>
                  </a:path>
                </a:pathLst>
              </a:custGeom>
              <a:solidFill>
                <a:schemeClr val="lt1">
                  <a:alpha val="49019"/>
                </a:schemeClr>
              </a:solidFill>
              <a:ln cap="flat" cmpd="sng" w="9525">
                <a:solidFill>
                  <a:schemeClr val="lt1">
                    <a:alpha val="74117"/>
                  </a:scheme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Reports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All kind of reports can be seen.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5"/>
              <p:cNvSpPr/>
              <p:nvPr/>
            </p:nvSpPr>
            <p:spPr>
              <a:xfrm flipH="1">
                <a:off x="8533934" y="2548898"/>
                <a:ext cx="3043237" cy="844727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extrusionOk="0" fill="none" h="120000" w="120000">
                    <a:moveTo>
                      <a:pt x="126395" y="0"/>
                    </a:moveTo>
                    <a:close/>
                  </a:path>
                  <a:path extrusionOk="0" fill="none" h="120000" w="120000">
                    <a:moveTo>
                      <a:pt x="126395" y="22500"/>
                    </a:moveTo>
                    <a:lnTo>
                      <a:pt x="190146" y="22140"/>
                    </a:lnTo>
                    <a:lnTo>
                      <a:pt x="189310" y="281882"/>
                    </a:lnTo>
                  </a:path>
                </a:pathLst>
              </a:custGeom>
              <a:solidFill>
                <a:schemeClr val="lt1">
                  <a:alpha val="49019"/>
                </a:schemeClr>
              </a:solidFill>
              <a:ln cap="flat" cmpd="sng" w="9525">
                <a:solidFill>
                  <a:schemeClr val="lt1">
                    <a:alpha val="74117"/>
                  </a:scheme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Add products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Adding products and parts for users selection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5"/>
              <p:cNvSpPr/>
              <p:nvPr/>
            </p:nvSpPr>
            <p:spPr>
              <a:xfrm flipH="1">
                <a:off x="8528742" y="1020950"/>
                <a:ext cx="3043237" cy="844727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extrusionOk="0" fill="none" h="120000" w="120000">
                    <a:moveTo>
                      <a:pt x="126395" y="0"/>
                    </a:moveTo>
                    <a:close/>
                  </a:path>
                  <a:path extrusionOk="0" fill="none" h="120000" w="120000">
                    <a:moveTo>
                      <a:pt x="126395" y="22500"/>
                    </a:moveTo>
                    <a:lnTo>
                      <a:pt x="231689" y="24964"/>
                    </a:lnTo>
                    <a:lnTo>
                      <a:pt x="230803" y="498744"/>
                    </a:lnTo>
                  </a:path>
                </a:pathLst>
              </a:custGeom>
              <a:solidFill>
                <a:schemeClr val="lt1">
                  <a:alpha val="49019"/>
                </a:schemeClr>
              </a:solidFill>
              <a:ln cap="flat" cmpd="sng" w="9525">
                <a:solidFill>
                  <a:schemeClr val="lt1">
                    <a:alpha val="74117"/>
                  </a:scheme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Alerts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Technitians can recive admin alerts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2" name="Google Shape;582;p5"/>
            <p:cNvSpPr txBox="1"/>
            <p:nvPr/>
          </p:nvSpPr>
          <p:spPr>
            <a:xfrm>
              <a:off x="799524" y="1346621"/>
              <a:ext cx="310609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 can get the monthly and daily reports for all the </a:t>
              </a: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Technicians </a:t>
              </a: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and monitor </a:t>
              </a: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their</a:t>
              </a: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interactions</a:t>
              </a:r>
              <a:r>
                <a:rPr b="0" i="0" lang="en-US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with users.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"/>
          <p:cNvSpPr/>
          <p:nvPr/>
        </p:nvSpPr>
        <p:spPr>
          <a:xfrm>
            <a:off x="1949450" y="1238251"/>
            <a:ext cx="1574700" cy="1441200"/>
          </a:xfrm>
          <a:prstGeom prst="roundRect">
            <a:avLst>
              <a:gd fmla="val 1005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6"/>
          <p:cNvSpPr/>
          <p:nvPr/>
        </p:nvSpPr>
        <p:spPr>
          <a:xfrm>
            <a:off x="3727451" y="1238251"/>
            <a:ext cx="1574700" cy="1441200"/>
          </a:xfrm>
          <a:prstGeom prst="roundRect">
            <a:avLst>
              <a:gd fmla="val 100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6"/>
          <p:cNvSpPr/>
          <p:nvPr/>
        </p:nvSpPr>
        <p:spPr>
          <a:xfrm>
            <a:off x="3727450" y="2863850"/>
            <a:ext cx="1574700" cy="1441200"/>
          </a:xfrm>
          <a:prstGeom prst="roundRect">
            <a:avLst>
              <a:gd fmla="val 10059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6"/>
          <p:cNvSpPr/>
          <p:nvPr/>
        </p:nvSpPr>
        <p:spPr>
          <a:xfrm>
            <a:off x="1949450" y="2863850"/>
            <a:ext cx="1574700" cy="1441200"/>
          </a:xfrm>
          <a:prstGeom prst="roundRect">
            <a:avLst>
              <a:gd fmla="val 10059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"/>
          <p:cNvSpPr/>
          <p:nvPr/>
        </p:nvSpPr>
        <p:spPr>
          <a:xfrm>
            <a:off x="5537201" y="1238251"/>
            <a:ext cx="1574700" cy="1441200"/>
          </a:xfrm>
          <a:prstGeom prst="roundRect">
            <a:avLst>
              <a:gd fmla="val 1005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6"/>
          <p:cNvSpPr/>
          <p:nvPr/>
        </p:nvSpPr>
        <p:spPr>
          <a:xfrm>
            <a:off x="5537201" y="2863850"/>
            <a:ext cx="1574700" cy="1441200"/>
          </a:xfrm>
          <a:prstGeom prst="roundRect">
            <a:avLst>
              <a:gd fmla="val 1005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6"/>
          <p:cNvSpPr txBox="1"/>
          <p:nvPr/>
        </p:nvSpPr>
        <p:spPr>
          <a:xfrm>
            <a:off x="2630728" y="246887"/>
            <a:ext cx="369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Funtions</a:t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6"/>
          <p:cNvGrpSpPr/>
          <p:nvPr/>
        </p:nvGrpSpPr>
        <p:grpSpPr>
          <a:xfrm>
            <a:off x="2358422" y="1428148"/>
            <a:ext cx="757287" cy="757103"/>
            <a:chOff x="2700338" y="8651875"/>
            <a:chExt cx="6545262" cy="6543675"/>
          </a:xfrm>
        </p:grpSpPr>
        <p:sp>
          <p:nvSpPr>
            <p:cNvPr id="595" name="Google Shape;595;p6"/>
            <p:cNvSpPr/>
            <p:nvPr/>
          </p:nvSpPr>
          <p:spPr>
            <a:xfrm>
              <a:off x="2700338" y="10820400"/>
              <a:ext cx="4376736" cy="4375150"/>
            </a:xfrm>
            <a:custGeom>
              <a:rect b="b" l="l" r="r" t="t"/>
              <a:pathLst>
                <a:path extrusionOk="0" h="1376" w="1376">
                  <a:moveTo>
                    <a:pt x="509" y="1366"/>
                  </a:moveTo>
                  <a:cubicBezTo>
                    <a:pt x="498" y="1366"/>
                    <a:pt x="487" y="1364"/>
                    <a:pt x="477" y="1360"/>
                  </a:cubicBezTo>
                  <a:cubicBezTo>
                    <a:pt x="363" y="1312"/>
                    <a:pt x="363" y="1312"/>
                    <a:pt x="363" y="1312"/>
                  </a:cubicBezTo>
                  <a:cubicBezTo>
                    <a:pt x="324" y="1296"/>
                    <a:pt x="302" y="1253"/>
                    <a:pt x="312" y="1212"/>
                  </a:cubicBezTo>
                  <a:cubicBezTo>
                    <a:pt x="319" y="1188"/>
                    <a:pt x="325" y="1163"/>
                    <a:pt x="332" y="1139"/>
                  </a:cubicBezTo>
                  <a:cubicBezTo>
                    <a:pt x="297" y="1111"/>
                    <a:pt x="265" y="1079"/>
                    <a:pt x="237" y="1044"/>
                  </a:cubicBezTo>
                  <a:cubicBezTo>
                    <a:pt x="213" y="1051"/>
                    <a:pt x="188" y="1057"/>
                    <a:pt x="164" y="1064"/>
                  </a:cubicBezTo>
                  <a:cubicBezTo>
                    <a:pt x="123" y="1074"/>
                    <a:pt x="80" y="1052"/>
                    <a:pt x="64" y="1013"/>
                  </a:cubicBezTo>
                  <a:cubicBezTo>
                    <a:pt x="16" y="899"/>
                    <a:pt x="16" y="899"/>
                    <a:pt x="16" y="899"/>
                  </a:cubicBezTo>
                  <a:cubicBezTo>
                    <a:pt x="0" y="860"/>
                    <a:pt x="15" y="815"/>
                    <a:pt x="51" y="793"/>
                  </a:cubicBezTo>
                  <a:cubicBezTo>
                    <a:pt x="73" y="780"/>
                    <a:pt x="95" y="767"/>
                    <a:pt x="117" y="754"/>
                  </a:cubicBezTo>
                  <a:cubicBezTo>
                    <a:pt x="112" y="710"/>
                    <a:pt x="112" y="665"/>
                    <a:pt x="117" y="621"/>
                  </a:cubicBezTo>
                  <a:cubicBezTo>
                    <a:pt x="95" y="608"/>
                    <a:pt x="73" y="595"/>
                    <a:pt x="51" y="582"/>
                  </a:cubicBezTo>
                  <a:cubicBezTo>
                    <a:pt x="15" y="561"/>
                    <a:pt x="0" y="515"/>
                    <a:pt x="16" y="476"/>
                  </a:cubicBezTo>
                  <a:cubicBezTo>
                    <a:pt x="64" y="362"/>
                    <a:pt x="64" y="362"/>
                    <a:pt x="64" y="362"/>
                  </a:cubicBezTo>
                  <a:cubicBezTo>
                    <a:pt x="80" y="323"/>
                    <a:pt x="123" y="301"/>
                    <a:pt x="164" y="312"/>
                  </a:cubicBezTo>
                  <a:cubicBezTo>
                    <a:pt x="188" y="318"/>
                    <a:pt x="213" y="324"/>
                    <a:pt x="237" y="331"/>
                  </a:cubicBezTo>
                  <a:cubicBezTo>
                    <a:pt x="265" y="296"/>
                    <a:pt x="297" y="264"/>
                    <a:pt x="332" y="237"/>
                  </a:cubicBezTo>
                  <a:cubicBezTo>
                    <a:pt x="325" y="212"/>
                    <a:pt x="319" y="187"/>
                    <a:pt x="312" y="163"/>
                  </a:cubicBezTo>
                  <a:cubicBezTo>
                    <a:pt x="302" y="122"/>
                    <a:pt x="324" y="79"/>
                    <a:pt x="363" y="63"/>
                  </a:cubicBezTo>
                  <a:cubicBezTo>
                    <a:pt x="477" y="16"/>
                    <a:pt x="477" y="16"/>
                    <a:pt x="477" y="16"/>
                  </a:cubicBezTo>
                  <a:cubicBezTo>
                    <a:pt x="516" y="0"/>
                    <a:pt x="561" y="15"/>
                    <a:pt x="583" y="51"/>
                  </a:cubicBezTo>
                  <a:cubicBezTo>
                    <a:pt x="596" y="72"/>
                    <a:pt x="609" y="94"/>
                    <a:pt x="622" y="116"/>
                  </a:cubicBezTo>
                  <a:cubicBezTo>
                    <a:pt x="666" y="111"/>
                    <a:pt x="711" y="111"/>
                    <a:pt x="755" y="116"/>
                  </a:cubicBezTo>
                  <a:cubicBezTo>
                    <a:pt x="768" y="94"/>
                    <a:pt x="781" y="72"/>
                    <a:pt x="794" y="51"/>
                  </a:cubicBezTo>
                  <a:cubicBezTo>
                    <a:pt x="815" y="15"/>
                    <a:pt x="861" y="0"/>
                    <a:pt x="900" y="16"/>
                  </a:cubicBezTo>
                  <a:cubicBezTo>
                    <a:pt x="1014" y="63"/>
                    <a:pt x="1014" y="63"/>
                    <a:pt x="1014" y="63"/>
                  </a:cubicBezTo>
                  <a:cubicBezTo>
                    <a:pt x="1053" y="79"/>
                    <a:pt x="1075" y="122"/>
                    <a:pt x="1064" y="163"/>
                  </a:cubicBezTo>
                  <a:cubicBezTo>
                    <a:pt x="1058" y="187"/>
                    <a:pt x="1052" y="212"/>
                    <a:pt x="1045" y="237"/>
                  </a:cubicBezTo>
                  <a:cubicBezTo>
                    <a:pt x="1080" y="264"/>
                    <a:pt x="1112" y="296"/>
                    <a:pt x="1139" y="331"/>
                  </a:cubicBezTo>
                  <a:cubicBezTo>
                    <a:pt x="1164" y="324"/>
                    <a:pt x="1189" y="318"/>
                    <a:pt x="1213" y="312"/>
                  </a:cubicBezTo>
                  <a:cubicBezTo>
                    <a:pt x="1254" y="301"/>
                    <a:pt x="1297" y="323"/>
                    <a:pt x="1313" y="362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76" y="515"/>
                    <a:pt x="1361" y="561"/>
                    <a:pt x="1325" y="582"/>
                  </a:cubicBezTo>
                  <a:cubicBezTo>
                    <a:pt x="1304" y="595"/>
                    <a:pt x="1282" y="608"/>
                    <a:pt x="1260" y="621"/>
                  </a:cubicBezTo>
                  <a:cubicBezTo>
                    <a:pt x="1265" y="665"/>
                    <a:pt x="1265" y="710"/>
                    <a:pt x="1260" y="754"/>
                  </a:cubicBezTo>
                  <a:cubicBezTo>
                    <a:pt x="1282" y="767"/>
                    <a:pt x="1304" y="780"/>
                    <a:pt x="1325" y="793"/>
                  </a:cubicBezTo>
                  <a:cubicBezTo>
                    <a:pt x="1361" y="815"/>
                    <a:pt x="1376" y="860"/>
                    <a:pt x="1360" y="899"/>
                  </a:cubicBezTo>
                  <a:cubicBezTo>
                    <a:pt x="1313" y="1013"/>
                    <a:pt x="1313" y="1013"/>
                    <a:pt x="1313" y="1013"/>
                  </a:cubicBezTo>
                  <a:cubicBezTo>
                    <a:pt x="1297" y="1052"/>
                    <a:pt x="1254" y="1074"/>
                    <a:pt x="1213" y="1064"/>
                  </a:cubicBezTo>
                  <a:cubicBezTo>
                    <a:pt x="1189" y="1057"/>
                    <a:pt x="1164" y="1051"/>
                    <a:pt x="1139" y="1044"/>
                  </a:cubicBezTo>
                  <a:cubicBezTo>
                    <a:pt x="1112" y="1079"/>
                    <a:pt x="1080" y="1111"/>
                    <a:pt x="1045" y="1139"/>
                  </a:cubicBezTo>
                  <a:cubicBezTo>
                    <a:pt x="1052" y="1164"/>
                    <a:pt x="1058" y="1188"/>
                    <a:pt x="1064" y="1212"/>
                  </a:cubicBezTo>
                  <a:cubicBezTo>
                    <a:pt x="1075" y="1253"/>
                    <a:pt x="1053" y="1296"/>
                    <a:pt x="1014" y="1312"/>
                  </a:cubicBezTo>
                  <a:cubicBezTo>
                    <a:pt x="900" y="1360"/>
                    <a:pt x="900" y="1360"/>
                    <a:pt x="900" y="1360"/>
                  </a:cubicBezTo>
                  <a:cubicBezTo>
                    <a:pt x="861" y="1376"/>
                    <a:pt x="815" y="1361"/>
                    <a:pt x="794" y="1325"/>
                  </a:cubicBezTo>
                  <a:cubicBezTo>
                    <a:pt x="781" y="1303"/>
                    <a:pt x="768" y="1281"/>
                    <a:pt x="755" y="1259"/>
                  </a:cubicBezTo>
                  <a:cubicBezTo>
                    <a:pt x="711" y="1264"/>
                    <a:pt x="666" y="1264"/>
                    <a:pt x="622" y="1259"/>
                  </a:cubicBezTo>
                  <a:cubicBezTo>
                    <a:pt x="609" y="1281"/>
                    <a:pt x="596" y="1303"/>
                    <a:pt x="583" y="1325"/>
                  </a:cubicBezTo>
                  <a:cubicBezTo>
                    <a:pt x="567" y="1351"/>
                    <a:pt x="539" y="1366"/>
                    <a:pt x="509" y="1366"/>
                  </a:cubicBezTo>
                  <a:close/>
                  <a:moveTo>
                    <a:pt x="403" y="1230"/>
                  </a:moveTo>
                  <a:cubicBezTo>
                    <a:pt x="507" y="1273"/>
                    <a:pt x="507" y="1273"/>
                    <a:pt x="507" y="1273"/>
                  </a:cubicBezTo>
                  <a:cubicBezTo>
                    <a:pt x="519" y="1252"/>
                    <a:pt x="532" y="1231"/>
                    <a:pt x="544" y="1210"/>
                  </a:cubicBezTo>
                  <a:cubicBezTo>
                    <a:pt x="562" y="1180"/>
                    <a:pt x="595" y="1163"/>
                    <a:pt x="629" y="1167"/>
                  </a:cubicBezTo>
                  <a:cubicBezTo>
                    <a:pt x="669" y="1172"/>
                    <a:pt x="708" y="1172"/>
                    <a:pt x="748" y="1167"/>
                  </a:cubicBezTo>
                  <a:cubicBezTo>
                    <a:pt x="782" y="1163"/>
                    <a:pt x="815" y="1180"/>
                    <a:pt x="833" y="1210"/>
                  </a:cubicBezTo>
                  <a:cubicBezTo>
                    <a:pt x="845" y="1231"/>
                    <a:pt x="857" y="1252"/>
                    <a:pt x="870" y="1273"/>
                  </a:cubicBezTo>
                  <a:cubicBezTo>
                    <a:pt x="974" y="1230"/>
                    <a:pt x="974" y="1230"/>
                    <a:pt x="974" y="1230"/>
                  </a:cubicBezTo>
                  <a:cubicBezTo>
                    <a:pt x="968" y="1206"/>
                    <a:pt x="962" y="1183"/>
                    <a:pt x="956" y="1159"/>
                  </a:cubicBezTo>
                  <a:cubicBezTo>
                    <a:pt x="947" y="1125"/>
                    <a:pt x="958" y="1090"/>
                    <a:pt x="986" y="1069"/>
                  </a:cubicBezTo>
                  <a:cubicBezTo>
                    <a:pt x="1017" y="1044"/>
                    <a:pt x="1045" y="1016"/>
                    <a:pt x="1070" y="985"/>
                  </a:cubicBezTo>
                  <a:cubicBezTo>
                    <a:pt x="1091" y="958"/>
                    <a:pt x="1126" y="946"/>
                    <a:pt x="1160" y="955"/>
                  </a:cubicBezTo>
                  <a:cubicBezTo>
                    <a:pt x="1183" y="961"/>
                    <a:pt x="1207" y="967"/>
                    <a:pt x="1230" y="973"/>
                  </a:cubicBezTo>
                  <a:cubicBezTo>
                    <a:pt x="1274" y="869"/>
                    <a:pt x="1274" y="869"/>
                    <a:pt x="1274" y="869"/>
                  </a:cubicBezTo>
                  <a:cubicBezTo>
                    <a:pt x="1253" y="856"/>
                    <a:pt x="1232" y="844"/>
                    <a:pt x="1211" y="832"/>
                  </a:cubicBezTo>
                  <a:cubicBezTo>
                    <a:pt x="1181" y="814"/>
                    <a:pt x="1164" y="781"/>
                    <a:pt x="1168" y="747"/>
                  </a:cubicBezTo>
                  <a:cubicBezTo>
                    <a:pt x="1173" y="707"/>
                    <a:pt x="1173" y="668"/>
                    <a:pt x="1168" y="628"/>
                  </a:cubicBezTo>
                  <a:cubicBezTo>
                    <a:pt x="1164" y="594"/>
                    <a:pt x="1181" y="561"/>
                    <a:pt x="1211" y="543"/>
                  </a:cubicBezTo>
                  <a:cubicBezTo>
                    <a:pt x="1232" y="531"/>
                    <a:pt x="1253" y="519"/>
                    <a:pt x="1274" y="506"/>
                  </a:cubicBezTo>
                  <a:cubicBezTo>
                    <a:pt x="1230" y="402"/>
                    <a:pt x="1230" y="402"/>
                    <a:pt x="1230" y="402"/>
                  </a:cubicBezTo>
                  <a:cubicBezTo>
                    <a:pt x="1207" y="408"/>
                    <a:pt x="1183" y="414"/>
                    <a:pt x="1160" y="420"/>
                  </a:cubicBezTo>
                  <a:cubicBezTo>
                    <a:pt x="1126" y="429"/>
                    <a:pt x="1091" y="418"/>
                    <a:pt x="1070" y="390"/>
                  </a:cubicBezTo>
                  <a:cubicBezTo>
                    <a:pt x="1045" y="359"/>
                    <a:pt x="1017" y="331"/>
                    <a:pt x="986" y="306"/>
                  </a:cubicBezTo>
                  <a:cubicBezTo>
                    <a:pt x="958" y="285"/>
                    <a:pt x="947" y="250"/>
                    <a:pt x="956" y="216"/>
                  </a:cubicBezTo>
                  <a:cubicBezTo>
                    <a:pt x="962" y="193"/>
                    <a:pt x="968" y="169"/>
                    <a:pt x="974" y="146"/>
                  </a:cubicBezTo>
                  <a:cubicBezTo>
                    <a:pt x="870" y="102"/>
                    <a:pt x="870" y="102"/>
                    <a:pt x="870" y="102"/>
                  </a:cubicBezTo>
                  <a:cubicBezTo>
                    <a:pt x="857" y="123"/>
                    <a:pt x="845" y="144"/>
                    <a:pt x="833" y="165"/>
                  </a:cubicBezTo>
                  <a:cubicBezTo>
                    <a:pt x="815" y="195"/>
                    <a:pt x="782" y="212"/>
                    <a:pt x="748" y="208"/>
                  </a:cubicBezTo>
                  <a:cubicBezTo>
                    <a:pt x="708" y="203"/>
                    <a:pt x="668" y="203"/>
                    <a:pt x="629" y="208"/>
                  </a:cubicBezTo>
                  <a:cubicBezTo>
                    <a:pt x="595" y="212"/>
                    <a:pt x="561" y="195"/>
                    <a:pt x="544" y="165"/>
                  </a:cubicBezTo>
                  <a:cubicBezTo>
                    <a:pt x="532" y="144"/>
                    <a:pt x="519" y="123"/>
                    <a:pt x="507" y="102"/>
                  </a:cubicBezTo>
                  <a:cubicBezTo>
                    <a:pt x="403" y="146"/>
                    <a:pt x="403" y="146"/>
                    <a:pt x="403" y="146"/>
                  </a:cubicBezTo>
                  <a:cubicBezTo>
                    <a:pt x="409" y="169"/>
                    <a:pt x="415" y="193"/>
                    <a:pt x="421" y="216"/>
                  </a:cubicBezTo>
                  <a:cubicBezTo>
                    <a:pt x="430" y="250"/>
                    <a:pt x="418" y="285"/>
                    <a:pt x="391" y="306"/>
                  </a:cubicBezTo>
                  <a:cubicBezTo>
                    <a:pt x="360" y="331"/>
                    <a:pt x="332" y="359"/>
                    <a:pt x="307" y="390"/>
                  </a:cubicBezTo>
                  <a:cubicBezTo>
                    <a:pt x="286" y="418"/>
                    <a:pt x="251" y="429"/>
                    <a:pt x="217" y="420"/>
                  </a:cubicBezTo>
                  <a:cubicBezTo>
                    <a:pt x="193" y="414"/>
                    <a:pt x="170" y="408"/>
                    <a:pt x="146" y="402"/>
                  </a:cubicBezTo>
                  <a:cubicBezTo>
                    <a:pt x="103" y="506"/>
                    <a:pt x="103" y="506"/>
                    <a:pt x="103" y="506"/>
                  </a:cubicBezTo>
                  <a:cubicBezTo>
                    <a:pt x="124" y="519"/>
                    <a:pt x="145" y="531"/>
                    <a:pt x="166" y="543"/>
                  </a:cubicBezTo>
                  <a:cubicBezTo>
                    <a:pt x="196" y="561"/>
                    <a:pt x="213" y="594"/>
                    <a:pt x="209" y="628"/>
                  </a:cubicBezTo>
                  <a:cubicBezTo>
                    <a:pt x="204" y="668"/>
                    <a:pt x="204" y="708"/>
                    <a:pt x="209" y="747"/>
                  </a:cubicBezTo>
                  <a:cubicBezTo>
                    <a:pt x="213" y="781"/>
                    <a:pt x="196" y="815"/>
                    <a:pt x="166" y="832"/>
                  </a:cubicBezTo>
                  <a:cubicBezTo>
                    <a:pt x="145" y="844"/>
                    <a:pt x="124" y="856"/>
                    <a:pt x="103" y="869"/>
                  </a:cubicBezTo>
                  <a:cubicBezTo>
                    <a:pt x="146" y="973"/>
                    <a:pt x="146" y="973"/>
                    <a:pt x="146" y="973"/>
                  </a:cubicBezTo>
                  <a:cubicBezTo>
                    <a:pt x="170" y="968"/>
                    <a:pt x="193" y="961"/>
                    <a:pt x="217" y="955"/>
                  </a:cubicBezTo>
                  <a:cubicBezTo>
                    <a:pt x="251" y="946"/>
                    <a:pt x="286" y="958"/>
                    <a:pt x="307" y="985"/>
                  </a:cubicBezTo>
                  <a:cubicBezTo>
                    <a:pt x="332" y="1016"/>
                    <a:pt x="360" y="1044"/>
                    <a:pt x="391" y="1069"/>
                  </a:cubicBezTo>
                  <a:cubicBezTo>
                    <a:pt x="418" y="1090"/>
                    <a:pt x="430" y="1125"/>
                    <a:pt x="421" y="1159"/>
                  </a:cubicBezTo>
                  <a:cubicBezTo>
                    <a:pt x="415" y="1183"/>
                    <a:pt x="409" y="1206"/>
                    <a:pt x="403" y="12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3762375" y="11879263"/>
              <a:ext cx="2255838" cy="2120900"/>
            </a:xfrm>
            <a:custGeom>
              <a:rect b="b" l="l" r="r" t="t"/>
              <a:pathLst>
                <a:path extrusionOk="0" h="667" w="709">
                  <a:moveTo>
                    <a:pt x="354" y="667"/>
                  </a:moveTo>
                  <a:cubicBezTo>
                    <a:pt x="314" y="667"/>
                    <a:pt x="273" y="659"/>
                    <a:pt x="235" y="643"/>
                  </a:cubicBezTo>
                  <a:cubicBezTo>
                    <a:pt x="158" y="611"/>
                    <a:pt x="98" y="551"/>
                    <a:pt x="66" y="474"/>
                  </a:cubicBezTo>
                  <a:cubicBezTo>
                    <a:pt x="0" y="315"/>
                    <a:pt x="76" y="132"/>
                    <a:pt x="235" y="66"/>
                  </a:cubicBezTo>
                  <a:cubicBezTo>
                    <a:pt x="394" y="0"/>
                    <a:pt x="577" y="76"/>
                    <a:pt x="643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709" y="394"/>
                    <a:pt x="633" y="577"/>
                    <a:pt x="474" y="643"/>
                  </a:cubicBezTo>
                  <a:cubicBezTo>
                    <a:pt x="435" y="659"/>
                    <a:pt x="395" y="667"/>
                    <a:pt x="354" y="667"/>
                  </a:cubicBezTo>
                  <a:close/>
                  <a:moveTo>
                    <a:pt x="354" y="134"/>
                  </a:moveTo>
                  <a:cubicBezTo>
                    <a:pt x="326" y="134"/>
                    <a:pt x="297" y="139"/>
                    <a:pt x="270" y="151"/>
                  </a:cubicBezTo>
                  <a:cubicBezTo>
                    <a:pt x="157" y="197"/>
                    <a:pt x="104" y="327"/>
                    <a:pt x="150" y="439"/>
                  </a:cubicBezTo>
                  <a:cubicBezTo>
                    <a:pt x="173" y="494"/>
                    <a:pt x="215" y="536"/>
                    <a:pt x="270" y="559"/>
                  </a:cubicBezTo>
                  <a:cubicBezTo>
                    <a:pt x="324" y="581"/>
                    <a:pt x="384" y="581"/>
                    <a:pt x="439" y="559"/>
                  </a:cubicBezTo>
                  <a:cubicBezTo>
                    <a:pt x="551" y="512"/>
                    <a:pt x="605" y="383"/>
                    <a:pt x="558" y="270"/>
                  </a:cubicBezTo>
                  <a:cubicBezTo>
                    <a:pt x="523" y="185"/>
                    <a:pt x="441" y="134"/>
                    <a:pt x="354" y="1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5934075" y="8651875"/>
              <a:ext cx="3311525" cy="3309938"/>
            </a:xfrm>
            <a:custGeom>
              <a:rect b="b" l="l" r="r" t="t"/>
              <a:pathLst>
                <a:path extrusionOk="0" h="1041" w="1041">
                  <a:moveTo>
                    <a:pt x="565" y="1041"/>
                  </a:moveTo>
                  <a:cubicBezTo>
                    <a:pt x="476" y="1041"/>
                    <a:pt x="476" y="1041"/>
                    <a:pt x="476" y="1041"/>
                  </a:cubicBezTo>
                  <a:cubicBezTo>
                    <a:pt x="440" y="1041"/>
                    <a:pt x="409" y="1014"/>
                    <a:pt x="404" y="979"/>
                  </a:cubicBezTo>
                  <a:cubicBezTo>
                    <a:pt x="402" y="963"/>
                    <a:pt x="399" y="947"/>
                    <a:pt x="397" y="930"/>
                  </a:cubicBezTo>
                  <a:cubicBezTo>
                    <a:pt x="370" y="922"/>
                    <a:pt x="343" y="911"/>
                    <a:pt x="318" y="898"/>
                  </a:cubicBezTo>
                  <a:cubicBezTo>
                    <a:pt x="305" y="907"/>
                    <a:pt x="292" y="917"/>
                    <a:pt x="279" y="927"/>
                  </a:cubicBezTo>
                  <a:cubicBezTo>
                    <a:pt x="250" y="948"/>
                    <a:pt x="210" y="945"/>
                    <a:pt x="184" y="920"/>
                  </a:cubicBezTo>
                  <a:cubicBezTo>
                    <a:pt x="121" y="857"/>
                    <a:pt x="121" y="857"/>
                    <a:pt x="121" y="857"/>
                  </a:cubicBezTo>
                  <a:cubicBezTo>
                    <a:pt x="96" y="831"/>
                    <a:pt x="93" y="791"/>
                    <a:pt x="114" y="762"/>
                  </a:cubicBezTo>
                  <a:cubicBezTo>
                    <a:pt x="124" y="749"/>
                    <a:pt x="133" y="736"/>
                    <a:pt x="143" y="723"/>
                  </a:cubicBezTo>
                  <a:cubicBezTo>
                    <a:pt x="130" y="698"/>
                    <a:pt x="119" y="671"/>
                    <a:pt x="111" y="644"/>
                  </a:cubicBezTo>
                  <a:cubicBezTo>
                    <a:pt x="94" y="642"/>
                    <a:pt x="78" y="639"/>
                    <a:pt x="62" y="637"/>
                  </a:cubicBezTo>
                  <a:cubicBezTo>
                    <a:pt x="27" y="632"/>
                    <a:pt x="0" y="601"/>
                    <a:pt x="0" y="565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40"/>
                    <a:pt x="27" y="409"/>
                    <a:pt x="62" y="404"/>
                  </a:cubicBezTo>
                  <a:cubicBezTo>
                    <a:pt x="78" y="401"/>
                    <a:pt x="94" y="399"/>
                    <a:pt x="111" y="397"/>
                  </a:cubicBezTo>
                  <a:cubicBezTo>
                    <a:pt x="119" y="369"/>
                    <a:pt x="130" y="343"/>
                    <a:pt x="143" y="318"/>
                  </a:cubicBezTo>
                  <a:cubicBezTo>
                    <a:pt x="133" y="305"/>
                    <a:pt x="124" y="291"/>
                    <a:pt x="114" y="279"/>
                  </a:cubicBezTo>
                  <a:cubicBezTo>
                    <a:pt x="93" y="250"/>
                    <a:pt x="96" y="209"/>
                    <a:pt x="121" y="184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210" y="96"/>
                    <a:pt x="250" y="92"/>
                    <a:pt x="279" y="114"/>
                  </a:cubicBezTo>
                  <a:cubicBezTo>
                    <a:pt x="292" y="123"/>
                    <a:pt x="305" y="133"/>
                    <a:pt x="318" y="143"/>
                  </a:cubicBezTo>
                  <a:cubicBezTo>
                    <a:pt x="343" y="129"/>
                    <a:pt x="370" y="118"/>
                    <a:pt x="397" y="110"/>
                  </a:cubicBezTo>
                  <a:cubicBezTo>
                    <a:pt x="399" y="94"/>
                    <a:pt x="402" y="78"/>
                    <a:pt x="404" y="62"/>
                  </a:cubicBezTo>
                  <a:cubicBezTo>
                    <a:pt x="409" y="27"/>
                    <a:pt x="440" y="0"/>
                    <a:pt x="476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601" y="0"/>
                    <a:pt x="632" y="27"/>
                    <a:pt x="637" y="62"/>
                  </a:cubicBezTo>
                  <a:cubicBezTo>
                    <a:pt x="640" y="78"/>
                    <a:pt x="642" y="94"/>
                    <a:pt x="644" y="110"/>
                  </a:cubicBezTo>
                  <a:cubicBezTo>
                    <a:pt x="672" y="118"/>
                    <a:pt x="698" y="129"/>
                    <a:pt x="723" y="143"/>
                  </a:cubicBezTo>
                  <a:cubicBezTo>
                    <a:pt x="736" y="133"/>
                    <a:pt x="750" y="123"/>
                    <a:pt x="762" y="114"/>
                  </a:cubicBezTo>
                  <a:cubicBezTo>
                    <a:pt x="791" y="92"/>
                    <a:pt x="832" y="96"/>
                    <a:pt x="857" y="121"/>
                  </a:cubicBezTo>
                  <a:cubicBezTo>
                    <a:pt x="920" y="184"/>
                    <a:pt x="920" y="184"/>
                    <a:pt x="920" y="184"/>
                  </a:cubicBezTo>
                  <a:cubicBezTo>
                    <a:pt x="945" y="209"/>
                    <a:pt x="949" y="250"/>
                    <a:pt x="927" y="278"/>
                  </a:cubicBezTo>
                  <a:cubicBezTo>
                    <a:pt x="918" y="291"/>
                    <a:pt x="908" y="305"/>
                    <a:pt x="898" y="318"/>
                  </a:cubicBezTo>
                  <a:cubicBezTo>
                    <a:pt x="912" y="343"/>
                    <a:pt x="923" y="369"/>
                    <a:pt x="931" y="397"/>
                  </a:cubicBezTo>
                  <a:cubicBezTo>
                    <a:pt x="947" y="399"/>
                    <a:pt x="963" y="401"/>
                    <a:pt x="979" y="404"/>
                  </a:cubicBezTo>
                  <a:cubicBezTo>
                    <a:pt x="1014" y="409"/>
                    <a:pt x="1041" y="440"/>
                    <a:pt x="1041" y="476"/>
                  </a:cubicBezTo>
                  <a:cubicBezTo>
                    <a:pt x="1041" y="565"/>
                    <a:pt x="1041" y="565"/>
                    <a:pt x="1041" y="565"/>
                  </a:cubicBezTo>
                  <a:cubicBezTo>
                    <a:pt x="1041" y="601"/>
                    <a:pt x="1014" y="632"/>
                    <a:pt x="979" y="637"/>
                  </a:cubicBezTo>
                  <a:cubicBezTo>
                    <a:pt x="963" y="639"/>
                    <a:pt x="947" y="642"/>
                    <a:pt x="931" y="644"/>
                  </a:cubicBezTo>
                  <a:cubicBezTo>
                    <a:pt x="923" y="671"/>
                    <a:pt x="911" y="698"/>
                    <a:pt x="898" y="723"/>
                  </a:cubicBezTo>
                  <a:cubicBezTo>
                    <a:pt x="908" y="736"/>
                    <a:pt x="918" y="749"/>
                    <a:pt x="927" y="762"/>
                  </a:cubicBezTo>
                  <a:cubicBezTo>
                    <a:pt x="949" y="791"/>
                    <a:pt x="945" y="831"/>
                    <a:pt x="920" y="857"/>
                  </a:cubicBezTo>
                  <a:cubicBezTo>
                    <a:pt x="857" y="920"/>
                    <a:pt x="857" y="920"/>
                    <a:pt x="857" y="920"/>
                  </a:cubicBezTo>
                  <a:cubicBezTo>
                    <a:pt x="832" y="945"/>
                    <a:pt x="791" y="948"/>
                    <a:pt x="762" y="927"/>
                  </a:cubicBezTo>
                  <a:cubicBezTo>
                    <a:pt x="750" y="917"/>
                    <a:pt x="736" y="907"/>
                    <a:pt x="723" y="898"/>
                  </a:cubicBezTo>
                  <a:cubicBezTo>
                    <a:pt x="698" y="911"/>
                    <a:pt x="672" y="922"/>
                    <a:pt x="644" y="930"/>
                  </a:cubicBezTo>
                  <a:cubicBezTo>
                    <a:pt x="642" y="947"/>
                    <a:pt x="640" y="963"/>
                    <a:pt x="637" y="979"/>
                  </a:cubicBezTo>
                  <a:cubicBezTo>
                    <a:pt x="632" y="1014"/>
                    <a:pt x="601" y="1041"/>
                    <a:pt x="565" y="1041"/>
                  </a:cubicBezTo>
                  <a:close/>
                  <a:moveTo>
                    <a:pt x="488" y="954"/>
                  </a:moveTo>
                  <a:cubicBezTo>
                    <a:pt x="553" y="954"/>
                    <a:pt x="553" y="954"/>
                    <a:pt x="553" y="954"/>
                  </a:cubicBezTo>
                  <a:cubicBezTo>
                    <a:pt x="555" y="939"/>
                    <a:pt x="557" y="924"/>
                    <a:pt x="559" y="910"/>
                  </a:cubicBezTo>
                  <a:cubicBezTo>
                    <a:pt x="563" y="881"/>
                    <a:pt x="583" y="857"/>
                    <a:pt x="612" y="849"/>
                  </a:cubicBezTo>
                  <a:cubicBezTo>
                    <a:pt x="639" y="842"/>
                    <a:pt x="665" y="831"/>
                    <a:pt x="689" y="817"/>
                  </a:cubicBezTo>
                  <a:cubicBezTo>
                    <a:pt x="714" y="803"/>
                    <a:pt x="746" y="805"/>
                    <a:pt x="769" y="823"/>
                  </a:cubicBezTo>
                  <a:cubicBezTo>
                    <a:pt x="781" y="832"/>
                    <a:pt x="793" y="841"/>
                    <a:pt x="804" y="849"/>
                  </a:cubicBezTo>
                  <a:cubicBezTo>
                    <a:pt x="850" y="804"/>
                    <a:pt x="850" y="804"/>
                    <a:pt x="850" y="804"/>
                  </a:cubicBezTo>
                  <a:cubicBezTo>
                    <a:pt x="841" y="792"/>
                    <a:pt x="832" y="780"/>
                    <a:pt x="823" y="769"/>
                  </a:cubicBezTo>
                  <a:cubicBezTo>
                    <a:pt x="805" y="745"/>
                    <a:pt x="803" y="714"/>
                    <a:pt x="817" y="688"/>
                  </a:cubicBezTo>
                  <a:cubicBezTo>
                    <a:pt x="831" y="664"/>
                    <a:pt x="842" y="638"/>
                    <a:pt x="850" y="611"/>
                  </a:cubicBezTo>
                  <a:cubicBezTo>
                    <a:pt x="857" y="583"/>
                    <a:pt x="881" y="562"/>
                    <a:pt x="910" y="559"/>
                  </a:cubicBezTo>
                  <a:cubicBezTo>
                    <a:pt x="925" y="557"/>
                    <a:pt x="940" y="555"/>
                    <a:pt x="954" y="553"/>
                  </a:cubicBezTo>
                  <a:cubicBezTo>
                    <a:pt x="954" y="488"/>
                    <a:pt x="954" y="488"/>
                    <a:pt x="954" y="488"/>
                  </a:cubicBezTo>
                  <a:cubicBezTo>
                    <a:pt x="940" y="486"/>
                    <a:pt x="925" y="484"/>
                    <a:pt x="910" y="482"/>
                  </a:cubicBezTo>
                  <a:cubicBezTo>
                    <a:pt x="881" y="478"/>
                    <a:pt x="857" y="458"/>
                    <a:pt x="850" y="429"/>
                  </a:cubicBezTo>
                  <a:cubicBezTo>
                    <a:pt x="842" y="402"/>
                    <a:pt x="831" y="376"/>
                    <a:pt x="817" y="352"/>
                  </a:cubicBezTo>
                  <a:cubicBezTo>
                    <a:pt x="803" y="327"/>
                    <a:pt x="805" y="295"/>
                    <a:pt x="823" y="272"/>
                  </a:cubicBezTo>
                  <a:cubicBezTo>
                    <a:pt x="832" y="260"/>
                    <a:pt x="841" y="248"/>
                    <a:pt x="850" y="237"/>
                  </a:cubicBezTo>
                  <a:cubicBezTo>
                    <a:pt x="804" y="191"/>
                    <a:pt x="804" y="191"/>
                    <a:pt x="804" y="191"/>
                  </a:cubicBezTo>
                  <a:cubicBezTo>
                    <a:pt x="793" y="200"/>
                    <a:pt x="781" y="209"/>
                    <a:pt x="769" y="218"/>
                  </a:cubicBezTo>
                  <a:cubicBezTo>
                    <a:pt x="746" y="236"/>
                    <a:pt x="714" y="238"/>
                    <a:pt x="689" y="224"/>
                  </a:cubicBezTo>
                  <a:cubicBezTo>
                    <a:pt x="665" y="210"/>
                    <a:pt x="639" y="199"/>
                    <a:pt x="612" y="191"/>
                  </a:cubicBezTo>
                  <a:cubicBezTo>
                    <a:pt x="583" y="184"/>
                    <a:pt x="563" y="160"/>
                    <a:pt x="559" y="131"/>
                  </a:cubicBezTo>
                  <a:cubicBezTo>
                    <a:pt x="557" y="116"/>
                    <a:pt x="555" y="101"/>
                    <a:pt x="553" y="87"/>
                  </a:cubicBezTo>
                  <a:cubicBezTo>
                    <a:pt x="488" y="87"/>
                    <a:pt x="488" y="87"/>
                    <a:pt x="488" y="87"/>
                  </a:cubicBezTo>
                  <a:cubicBezTo>
                    <a:pt x="486" y="101"/>
                    <a:pt x="484" y="116"/>
                    <a:pt x="482" y="131"/>
                  </a:cubicBezTo>
                  <a:cubicBezTo>
                    <a:pt x="479" y="160"/>
                    <a:pt x="458" y="184"/>
                    <a:pt x="430" y="191"/>
                  </a:cubicBezTo>
                  <a:cubicBezTo>
                    <a:pt x="403" y="199"/>
                    <a:pt x="377" y="210"/>
                    <a:pt x="353" y="224"/>
                  </a:cubicBezTo>
                  <a:cubicBezTo>
                    <a:pt x="327" y="238"/>
                    <a:pt x="296" y="236"/>
                    <a:pt x="272" y="218"/>
                  </a:cubicBezTo>
                  <a:cubicBezTo>
                    <a:pt x="261" y="209"/>
                    <a:pt x="249" y="200"/>
                    <a:pt x="237" y="191"/>
                  </a:cubicBezTo>
                  <a:cubicBezTo>
                    <a:pt x="192" y="237"/>
                    <a:pt x="192" y="237"/>
                    <a:pt x="192" y="237"/>
                  </a:cubicBezTo>
                  <a:cubicBezTo>
                    <a:pt x="200" y="248"/>
                    <a:pt x="209" y="260"/>
                    <a:pt x="218" y="272"/>
                  </a:cubicBezTo>
                  <a:cubicBezTo>
                    <a:pt x="236" y="295"/>
                    <a:pt x="238" y="327"/>
                    <a:pt x="224" y="352"/>
                  </a:cubicBezTo>
                  <a:cubicBezTo>
                    <a:pt x="210" y="376"/>
                    <a:pt x="199" y="402"/>
                    <a:pt x="192" y="429"/>
                  </a:cubicBezTo>
                  <a:cubicBezTo>
                    <a:pt x="184" y="458"/>
                    <a:pt x="160" y="478"/>
                    <a:pt x="131" y="482"/>
                  </a:cubicBezTo>
                  <a:cubicBezTo>
                    <a:pt x="117" y="484"/>
                    <a:pt x="102" y="486"/>
                    <a:pt x="87" y="488"/>
                  </a:cubicBezTo>
                  <a:cubicBezTo>
                    <a:pt x="87" y="553"/>
                    <a:pt x="87" y="553"/>
                    <a:pt x="87" y="553"/>
                  </a:cubicBezTo>
                  <a:cubicBezTo>
                    <a:pt x="102" y="555"/>
                    <a:pt x="117" y="557"/>
                    <a:pt x="131" y="559"/>
                  </a:cubicBezTo>
                  <a:cubicBezTo>
                    <a:pt x="160" y="562"/>
                    <a:pt x="184" y="583"/>
                    <a:pt x="192" y="611"/>
                  </a:cubicBezTo>
                  <a:cubicBezTo>
                    <a:pt x="199" y="638"/>
                    <a:pt x="210" y="664"/>
                    <a:pt x="224" y="688"/>
                  </a:cubicBezTo>
                  <a:cubicBezTo>
                    <a:pt x="238" y="714"/>
                    <a:pt x="236" y="745"/>
                    <a:pt x="218" y="769"/>
                  </a:cubicBezTo>
                  <a:cubicBezTo>
                    <a:pt x="209" y="780"/>
                    <a:pt x="200" y="792"/>
                    <a:pt x="192" y="804"/>
                  </a:cubicBezTo>
                  <a:cubicBezTo>
                    <a:pt x="237" y="849"/>
                    <a:pt x="237" y="849"/>
                    <a:pt x="237" y="849"/>
                  </a:cubicBezTo>
                  <a:cubicBezTo>
                    <a:pt x="249" y="841"/>
                    <a:pt x="261" y="832"/>
                    <a:pt x="272" y="823"/>
                  </a:cubicBezTo>
                  <a:cubicBezTo>
                    <a:pt x="296" y="805"/>
                    <a:pt x="327" y="803"/>
                    <a:pt x="353" y="817"/>
                  </a:cubicBezTo>
                  <a:cubicBezTo>
                    <a:pt x="377" y="831"/>
                    <a:pt x="403" y="842"/>
                    <a:pt x="430" y="849"/>
                  </a:cubicBezTo>
                  <a:cubicBezTo>
                    <a:pt x="458" y="857"/>
                    <a:pt x="479" y="881"/>
                    <a:pt x="482" y="910"/>
                  </a:cubicBezTo>
                  <a:cubicBezTo>
                    <a:pt x="484" y="924"/>
                    <a:pt x="486" y="939"/>
                    <a:pt x="488" y="9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7000875" y="9717088"/>
              <a:ext cx="1179512" cy="1179513"/>
            </a:xfrm>
            <a:custGeom>
              <a:rect b="b" l="l" r="r" t="t"/>
              <a:pathLst>
                <a:path extrusionOk="0" h="371" w="371">
                  <a:moveTo>
                    <a:pt x="186" y="371"/>
                  </a:moveTo>
                  <a:cubicBezTo>
                    <a:pt x="83" y="371"/>
                    <a:pt x="0" y="288"/>
                    <a:pt x="0" y="185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5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2"/>
                  </a:moveTo>
                  <a:cubicBezTo>
                    <a:pt x="129" y="82"/>
                    <a:pt x="83" y="128"/>
                    <a:pt x="83" y="185"/>
                  </a:cubicBezTo>
                  <a:cubicBezTo>
                    <a:pt x="83" y="242"/>
                    <a:pt x="129" y="288"/>
                    <a:pt x="186" y="288"/>
                  </a:cubicBezTo>
                  <a:cubicBezTo>
                    <a:pt x="243" y="288"/>
                    <a:pt x="289" y="242"/>
                    <a:pt x="289" y="185"/>
                  </a:cubicBezTo>
                  <a:cubicBezTo>
                    <a:pt x="289" y="128"/>
                    <a:pt x="243" y="82"/>
                    <a:pt x="186" y="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9" name="Google Shape;599;p6"/>
          <p:cNvSpPr txBox="1"/>
          <p:nvPr/>
        </p:nvSpPr>
        <p:spPr>
          <a:xfrm>
            <a:off x="2127814" y="225330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 parts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0" name="Google Shape;600;p6"/>
          <p:cNvGrpSpPr/>
          <p:nvPr/>
        </p:nvGrpSpPr>
        <p:grpSpPr>
          <a:xfrm>
            <a:off x="4139105" y="1427763"/>
            <a:ext cx="751321" cy="756825"/>
            <a:chOff x="2840038" y="3103563"/>
            <a:chExt cx="1733551" cy="1746251"/>
          </a:xfrm>
        </p:grpSpPr>
        <p:sp>
          <p:nvSpPr>
            <p:cNvPr id="601" name="Google Shape;601;p6"/>
            <p:cNvSpPr/>
            <p:nvPr/>
          </p:nvSpPr>
          <p:spPr>
            <a:xfrm>
              <a:off x="2874963" y="3103563"/>
              <a:ext cx="760413" cy="877888"/>
            </a:xfrm>
            <a:custGeom>
              <a:rect b="b" l="l" r="r" t="t"/>
              <a:pathLst>
                <a:path extrusionOk="0" h="275" w="238">
                  <a:moveTo>
                    <a:pt x="26" y="275"/>
                  </a:moveTo>
                  <a:cubicBezTo>
                    <a:pt x="8" y="252"/>
                    <a:pt x="0" y="226"/>
                    <a:pt x="4" y="197"/>
                  </a:cubicBezTo>
                  <a:cubicBezTo>
                    <a:pt x="8" y="169"/>
                    <a:pt x="21" y="144"/>
                    <a:pt x="41" y="123"/>
                  </a:cubicBezTo>
                  <a:cubicBezTo>
                    <a:pt x="57" y="106"/>
                    <a:pt x="75" y="88"/>
                    <a:pt x="91" y="71"/>
                  </a:cubicBezTo>
                  <a:cubicBezTo>
                    <a:pt x="92" y="70"/>
                    <a:pt x="92" y="70"/>
                    <a:pt x="93" y="69"/>
                  </a:cubicBezTo>
                  <a:cubicBezTo>
                    <a:pt x="97" y="65"/>
                    <a:pt x="102" y="63"/>
                    <a:pt x="109" y="63"/>
                  </a:cubicBezTo>
                  <a:cubicBezTo>
                    <a:pt x="131" y="64"/>
                    <a:pt x="149" y="51"/>
                    <a:pt x="155" y="28"/>
                  </a:cubicBezTo>
                  <a:cubicBezTo>
                    <a:pt x="156" y="25"/>
                    <a:pt x="158" y="22"/>
                    <a:pt x="160" y="20"/>
                  </a:cubicBezTo>
                  <a:cubicBezTo>
                    <a:pt x="164" y="15"/>
                    <a:pt x="169" y="10"/>
                    <a:pt x="174" y="5"/>
                  </a:cubicBezTo>
                  <a:cubicBezTo>
                    <a:pt x="180" y="0"/>
                    <a:pt x="187" y="0"/>
                    <a:pt x="193" y="5"/>
                  </a:cubicBezTo>
                  <a:cubicBezTo>
                    <a:pt x="207" y="18"/>
                    <a:pt x="220" y="32"/>
                    <a:pt x="234" y="46"/>
                  </a:cubicBezTo>
                  <a:cubicBezTo>
                    <a:pt x="238" y="50"/>
                    <a:pt x="237" y="56"/>
                    <a:pt x="234" y="60"/>
                  </a:cubicBezTo>
                  <a:cubicBezTo>
                    <a:pt x="228" y="68"/>
                    <a:pt x="222" y="76"/>
                    <a:pt x="214" y="83"/>
                  </a:cubicBezTo>
                  <a:cubicBezTo>
                    <a:pt x="211" y="86"/>
                    <a:pt x="204" y="86"/>
                    <a:pt x="200" y="88"/>
                  </a:cubicBezTo>
                  <a:cubicBezTo>
                    <a:pt x="179" y="98"/>
                    <a:pt x="171" y="121"/>
                    <a:pt x="177" y="141"/>
                  </a:cubicBezTo>
                  <a:cubicBezTo>
                    <a:pt x="178" y="147"/>
                    <a:pt x="181" y="153"/>
                    <a:pt x="183" y="159"/>
                  </a:cubicBezTo>
                  <a:cubicBezTo>
                    <a:pt x="183" y="161"/>
                    <a:pt x="183" y="163"/>
                    <a:pt x="182" y="164"/>
                  </a:cubicBezTo>
                  <a:cubicBezTo>
                    <a:pt x="167" y="179"/>
                    <a:pt x="152" y="194"/>
                    <a:pt x="137" y="209"/>
                  </a:cubicBezTo>
                  <a:cubicBezTo>
                    <a:pt x="136" y="210"/>
                    <a:pt x="133" y="210"/>
                    <a:pt x="132" y="210"/>
                  </a:cubicBezTo>
                  <a:cubicBezTo>
                    <a:pt x="123" y="204"/>
                    <a:pt x="114" y="198"/>
                    <a:pt x="105" y="193"/>
                  </a:cubicBezTo>
                  <a:cubicBezTo>
                    <a:pt x="91" y="187"/>
                    <a:pt x="76" y="182"/>
                    <a:pt x="61" y="187"/>
                  </a:cubicBezTo>
                  <a:cubicBezTo>
                    <a:pt x="51" y="191"/>
                    <a:pt x="44" y="198"/>
                    <a:pt x="39" y="207"/>
                  </a:cubicBezTo>
                  <a:cubicBezTo>
                    <a:pt x="29" y="226"/>
                    <a:pt x="26" y="246"/>
                    <a:pt x="26" y="267"/>
                  </a:cubicBezTo>
                  <a:cubicBezTo>
                    <a:pt x="26" y="270"/>
                    <a:pt x="26" y="272"/>
                    <a:pt x="26" y="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2840038" y="4019551"/>
              <a:ext cx="839788" cy="830263"/>
            </a:xfrm>
            <a:custGeom>
              <a:rect b="b" l="l" r="r" t="t"/>
              <a:pathLst>
                <a:path extrusionOk="0" h="260" w="263">
                  <a:moveTo>
                    <a:pt x="263" y="57"/>
                  </a:moveTo>
                  <a:cubicBezTo>
                    <a:pt x="255" y="65"/>
                    <a:pt x="247" y="73"/>
                    <a:pt x="239" y="81"/>
                  </a:cubicBezTo>
                  <a:cubicBezTo>
                    <a:pt x="222" y="98"/>
                    <a:pt x="205" y="115"/>
                    <a:pt x="188" y="133"/>
                  </a:cubicBezTo>
                  <a:cubicBezTo>
                    <a:pt x="177" y="144"/>
                    <a:pt x="171" y="159"/>
                    <a:pt x="165" y="173"/>
                  </a:cubicBezTo>
                  <a:cubicBezTo>
                    <a:pt x="158" y="190"/>
                    <a:pt x="153" y="208"/>
                    <a:pt x="143" y="223"/>
                  </a:cubicBezTo>
                  <a:cubicBezTo>
                    <a:pt x="135" y="235"/>
                    <a:pt x="124" y="242"/>
                    <a:pt x="113" y="248"/>
                  </a:cubicBezTo>
                  <a:cubicBezTo>
                    <a:pt x="105" y="252"/>
                    <a:pt x="96" y="255"/>
                    <a:pt x="88" y="259"/>
                  </a:cubicBezTo>
                  <a:cubicBezTo>
                    <a:pt x="85" y="260"/>
                    <a:pt x="82" y="260"/>
                    <a:pt x="80" y="257"/>
                  </a:cubicBezTo>
                  <a:cubicBezTo>
                    <a:pt x="80" y="255"/>
                    <a:pt x="80" y="252"/>
                    <a:pt x="81" y="250"/>
                  </a:cubicBezTo>
                  <a:cubicBezTo>
                    <a:pt x="90" y="237"/>
                    <a:pt x="99" y="225"/>
                    <a:pt x="108" y="213"/>
                  </a:cubicBezTo>
                  <a:cubicBezTo>
                    <a:pt x="119" y="199"/>
                    <a:pt x="115" y="187"/>
                    <a:pt x="107" y="177"/>
                  </a:cubicBezTo>
                  <a:cubicBezTo>
                    <a:pt x="98" y="166"/>
                    <a:pt x="87" y="157"/>
                    <a:pt x="73" y="152"/>
                  </a:cubicBezTo>
                  <a:cubicBezTo>
                    <a:pt x="62" y="148"/>
                    <a:pt x="50" y="149"/>
                    <a:pt x="42" y="162"/>
                  </a:cubicBezTo>
                  <a:cubicBezTo>
                    <a:pt x="33" y="175"/>
                    <a:pt x="23" y="188"/>
                    <a:pt x="13" y="200"/>
                  </a:cubicBezTo>
                  <a:cubicBezTo>
                    <a:pt x="12" y="202"/>
                    <a:pt x="11" y="203"/>
                    <a:pt x="10" y="204"/>
                  </a:cubicBezTo>
                  <a:cubicBezTo>
                    <a:pt x="7" y="206"/>
                    <a:pt x="5" y="206"/>
                    <a:pt x="4" y="203"/>
                  </a:cubicBezTo>
                  <a:cubicBezTo>
                    <a:pt x="3" y="201"/>
                    <a:pt x="2" y="199"/>
                    <a:pt x="2" y="198"/>
                  </a:cubicBezTo>
                  <a:cubicBezTo>
                    <a:pt x="0" y="180"/>
                    <a:pt x="0" y="163"/>
                    <a:pt x="7" y="146"/>
                  </a:cubicBezTo>
                  <a:cubicBezTo>
                    <a:pt x="16" y="124"/>
                    <a:pt x="31" y="109"/>
                    <a:pt x="56" y="107"/>
                  </a:cubicBezTo>
                  <a:cubicBezTo>
                    <a:pt x="74" y="105"/>
                    <a:pt x="92" y="102"/>
                    <a:pt x="108" y="93"/>
                  </a:cubicBezTo>
                  <a:cubicBezTo>
                    <a:pt x="119" y="87"/>
                    <a:pt x="128" y="78"/>
                    <a:pt x="137" y="69"/>
                  </a:cubicBezTo>
                  <a:cubicBezTo>
                    <a:pt x="159" y="47"/>
                    <a:pt x="181" y="25"/>
                    <a:pt x="203" y="2"/>
                  </a:cubicBezTo>
                  <a:cubicBezTo>
                    <a:pt x="205" y="0"/>
                    <a:pt x="207" y="0"/>
                    <a:pt x="209" y="2"/>
                  </a:cubicBezTo>
                  <a:cubicBezTo>
                    <a:pt x="214" y="8"/>
                    <a:pt x="219" y="13"/>
                    <a:pt x="225" y="18"/>
                  </a:cubicBezTo>
                  <a:cubicBezTo>
                    <a:pt x="227" y="20"/>
                    <a:pt x="227" y="22"/>
                    <a:pt x="224" y="24"/>
                  </a:cubicBezTo>
                  <a:cubicBezTo>
                    <a:pt x="191" y="57"/>
                    <a:pt x="158" y="91"/>
                    <a:pt x="124" y="124"/>
                  </a:cubicBezTo>
                  <a:cubicBezTo>
                    <a:pt x="120" y="129"/>
                    <a:pt x="119" y="134"/>
                    <a:pt x="123" y="138"/>
                  </a:cubicBezTo>
                  <a:cubicBezTo>
                    <a:pt x="127" y="142"/>
                    <a:pt x="132" y="142"/>
                    <a:pt x="137" y="137"/>
                  </a:cubicBezTo>
                  <a:cubicBezTo>
                    <a:pt x="170" y="104"/>
                    <a:pt x="204" y="70"/>
                    <a:pt x="237" y="37"/>
                  </a:cubicBezTo>
                  <a:cubicBezTo>
                    <a:pt x="240" y="34"/>
                    <a:pt x="241" y="34"/>
                    <a:pt x="244" y="37"/>
                  </a:cubicBezTo>
                  <a:cubicBezTo>
                    <a:pt x="250" y="44"/>
                    <a:pt x="256" y="50"/>
                    <a:pt x="263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3822701" y="4138613"/>
              <a:ext cx="700088" cy="698500"/>
            </a:xfrm>
            <a:custGeom>
              <a:rect b="b" l="l" r="r" t="t"/>
              <a:pathLst>
                <a:path extrusionOk="0" h="219" w="219">
                  <a:moveTo>
                    <a:pt x="104" y="162"/>
                  </a:moveTo>
                  <a:cubicBezTo>
                    <a:pt x="75" y="132"/>
                    <a:pt x="45" y="103"/>
                    <a:pt x="16" y="73"/>
                  </a:cubicBezTo>
                  <a:cubicBezTo>
                    <a:pt x="12" y="70"/>
                    <a:pt x="8" y="66"/>
                    <a:pt x="4" y="62"/>
                  </a:cubicBezTo>
                  <a:cubicBezTo>
                    <a:pt x="0" y="57"/>
                    <a:pt x="0" y="52"/>
                    <a:pt x="5" y="48"/>
                  </a:cubicBezTo>
                  <a:cubicBezTo>
                    <a:pt x="19" y="33"/>
                    <a:pt x="33" y="19"/>
                    <a:pt x="48" y="4"/>
                  </a:cubicBezTo>
                  <a:cubicBezTo>
                    <a:pt x="53" y="0"/>
                    <a:pt x="57" y="0"/>
                    <a:pt x="62" y="5"/>
                  </a:cubicBezTo>
                  <a:cubicBezTo>
                    <a:pt x="113" y="55"/>
                    <a:pt x="164" y="106"/>
                    <a:pt x="214" y="157"/>
                  </a:cubicBezTo>
                  <a:cubicBezTo>
                    <a:pt x="219" y="162"/>
                    <a:pt x="219" y="167"/>
                    <a:pt x="214" y="172"/>
                  </a:cubicBezTo>
                  <a:cubicBezTo>
                    <a:pt x="200" y="186"/>
                    <a:pt x="185" y="201"/>
                    <a:pt x="171" y="215"/>
                  </a:cubicBezTo>
                  <a:cubicBezTo>
                    <a:pt x="167" y="219"/>
                    <a:pt x="162" y="219"/>
                    <a:pt x="158" y="215"/>
                  </a:cubicBezTo>
                  <a:cubicBezTo>
                    <a:pt x="145" y="203"/>
                    <a:pt x="105" y="163"/>
                    <a:pt x="104" y="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3367088" y="3671888"/>
              <a:ext cx="577850" cy="577850"/>
            </a:xfrm>
            <a:custGeom>
              <a:rect b="b" l="l" r="r" t="t"/>
              <a:pathLst>
                <a:path extrusionOk="0" h="181" w="181">
                  <a:moveTo>
                    <a:pt x="104" y="147"/>
                  </a:moveTo>
                  <a:cubicBezTo>
                    <a:pt x="74" y="116"/>
                    <a:pt x="43" y="85"/>
                    <a:pt x="13" y="55"/>
                  </a:cubicBezTo>
                  <a:cubicBezTo>
                    <a:pt x="8" y="50"/>
                    <a:pt x="4" y="46"/>
                    <a:pt x="0" y="42"/>
                  </a:cubicBezTo>
                  <a:cubicBezTo>
                    <a:pt x="14" y="28"/>
                    <a:pt x="28" y="14"/>
                    <a:pt x="42" y="0"/>
                  </a:cubicBezTo>
                  <a:cubicBezTo>
                    <a:pt x="88" y="47"/>
                    <a:pt x="134" y="93"/>
                    <a:pt x="181" y="140"/>
                  </a:cubicBezTo>
                  <a:cubicBezTo>
                    <a:pt x="173" y="149"/>
                    <a:pt x="163" y="158"/>
                    <a:pt x="154" y="167"/>
                  </a:cubicBezTo>
                  <a:cubicBezTo>
                    <a:pt x="150" y="171"/>
                    <a:pt x="139" y="181"/>
                    <a:pt x="139" y="181"/>
                  </a:cubicBezTo>
                  <a:cubicBezTo>
                    <a:pt x="139" y="181"/>
                    <a:pt x="133" y="175"/>
                    <a:pt x="131" y="173"/>
                  </a:cubicBezTo>
                  <a:cubicBezTo>
                    <a:pt x="128" y="170"/>
                    <a:pt x="108" y="150"/>
                    <a:pt x="104" y="1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3698876" y="3132138"/>
              <a:ext cx="874713" cy="865188"/>
            </a:xfrm>
            <a:custGeom>
              <a:rect b="b" l="l" r="r" t="t"/>
              <a:pathLst>
                <a:path extrusionOk="0" h="271" w="274">
                  <a:moveTo>
                    <a:pt x="273" y="63"/>
                  </a:moveTo>
                  <a:cubicBezTo>
                    <a:pt x="273" y="61"/>
                    <a:pt x="273" y="59"/>
                    <a:pt x="272" y="58"/>
                  </a:cubicBezTo>
                  <a:cubicBezTo>
                    <a:pt x="270" y="54"/>
                    <a:pt x="268" y="53"/>
                    <a:pt x="265" y="56"/>
                  </a:cubicBezTo>
                  <a:cubicBezTo>
                    <a:pt x="264" y="57"/>
                    <a:pt x="263" y="58"/>
                    <a:pt x="262" y="59"/>
                  </a:cubicBezTo>
                  <a:cubicBezTo>
                    <a:pt x="254" y="70"/>
                    <a:pt x="246" y="81"/>
                    <a:pt x="238" y="91"/>
                  </a:cubicBezTo>
                  <a:cubicBezTo>
                    <a:pt x="236" y="94"/>
                    <a:pt x="230" y="102"/>
                    <a:pt x="230" y="102"/>
                  </a:cubicBezTo>
                  <a:cubicBezTo>
                    <a:pt x="222" y="110"/>
                    <a:pt x="212" y="111"/>
                    <a:pt x="202" y="107"/>
                  </a:cubicBezTo>
                  <a:cubicBezTo>
                    <a:pt x="190" y="103"/>
                    <a:pt x="180" y="95"/>
                    <a:pt x="171" y="86"/>
                  </a:cubicBezTo>
                  <a:cubicBezTo>
                    <a:pt x="163" y="77"/>
                    <a:pt x="157" y="68"/>
                    <a:pt x="161" y="56"/>
                  </a:cubicBezTo>
                  <a:cubicBezTo>
                    <a:pt x="163" y="52"/>
                    <a:pt x="166" y="48"/>
                    <a:pt x="168" y="45"/>
                  </a:cubicBezTo>
                  <a:cubicBezTo>
                    <a:pt x="177" y="33"/>
                    <a:pt x="186" y="21"/>
                    <a:pt x="194" y="9"/>
                  </a:cubicBezTo>
                  <a:cubicBezTo>
                    <a:pt x="195" y="7"/>
                    <a:pt x="196" y="4"/>
                    <a:pt x="195" y="2"/>
                  </a:cubicBezTo>
                  <a:cubicBezTo>
                    <a:pt x="193" y="0"/>
                    <a:pt x="190" y="0"/>
                    <a:pt x="188" y="1"/>
                  </a:cubicBezTo>
                  <a:cubicBezTo>
                    <a:pt x="179" y="4"/>
                    <a:pt x="171" y="7"/>
                    <a:pt x="163" y="11"/>
                  </a:cubicBezTo>
                  <a:cubicBezTo>
                    <a:pt x="148" y="19"/>
                    <a:pt x="135" y="29"/>
                    <a:pt x="127" y="44"/>
                  </a:cubicBezTo>
                  <a:cubicBezTo>
                    <a:pt x="121" y="58"/>
                    <a:pt x="115" y="72"/>
                    <a:pt x="110" y="86"/>
                  </a:cubicBezTo>
                  <a:cubicBezTo>
                    <a:pt x="104" y="100"/>
                    <a:pt x="98" y="115"/>
                    <a:pt x="87" y="126"/>
                  </a:cubicBezTo>
                  <a:cubicBezTo>
                    <a:pt x="68" y="147"/>
                    <a:pt x="47" y="166"/>
                    <a:pt x="27" y="187"/>
                  </a:cubicBezTo>
                  <a:cubicBezTo>
                    <a:pt x="19" y="195"/>
                    <a:pt x="9" y="204"/>
                    <a:pt x="0" y="212"/>
                  </a:cubicBezTo>
                  <a:cubicBezTo>
                    <a:pt x="8" y="220"/>
                    <a:pt x="15" y="227"/>
                    <a:pt x="22" y="235"/>
                  </a:cubicBezTo>
                  <a:cubicBezTo>
                    <a:pt x="23" y="234"/>
                    <a:pt x="25" y="233"/>
                    <a:pt x="26" y="232"/>
                  </a:cubicBezTo>
                  <a:cubicBezTo>
                    <a:pt x="63" y="194"/>
                    <a:pt x="101" y="156"/>
                    <a:pt x="139" y="118"/>
                  </a:cubicBezTo>
                  <a:cubicBezTo>
                    <a:pt x="141" y="117"/>
                    <a:pt x="143" y="115"/>
                    <a:pt x="145" y="114"/>
                  </a:cubicBezTo>
                  <a:cubicBezTo>
                    <a:pt x="149" y="113"/>
                    <a:pt x="153" y="115"/>
                    <a:pt x="155" y="119"/>
                  </a:cubicBezTo>
                  <a:cubicBezTo>
                    <a:pt x="157" y="123"/>
                    <a:pt x="156" y="127"/>
                    <a:pt x="152" y="131"/>
                  </a:cubicBezTo>
                  <a:cubicBezTo>
                    <a:pt x="127" y="156"/>
                    <a:pt x="102" y="181"/>
                    <a:pt x="76" y="207"/>
                  </a:cubicBezTo>
                  <a:cubicBezTo>
                    <a:pt x="63" y="220"/>
                    <a:pt x="49" y="234"/>
                    <a:pt x="35" y="248"/>
                  </a:cubicBezTo>
                  <a:cubicBezTo>
                    <a:pt x="42" y="255"/>
                    <a:pt x="49" y="262"/>
                    <a:pt x="56" y="269"/>
                  </a:cubicBezTo>
                  <a:cubicBezTo>
                    <a:pt x="58" y="271"/>
                    <a:pt x="59" y="270"/>
                    <a:pt x="60" y="268"/>
                  </a:cubicBezTo>
                  <a:cubicBezTo>
                    <a:pt x="87" y="241"/>
                    <a:pt x="114" y="214"/>
                    <a:pt x="141" y="187"/>
                  </a:cubicBezTo>
                  <a:cubicBezTo>
                    <a:pt x="151" y="178"/>
                    <a:pt x="161" y="169"/>
                    <a:pt x="173" y="163"/>
                  </a:cubicBezTo>
                  <a:cubicBezTo>
                    <a:pt x="189" y="156"/>
                    <a:pt x="205" y="154"/>
                    <a:pt x="221" y="152"/>
                  </a:cubicBezTo>
                  <a:cubicBezTo>
                    <a:pt x="242" y="150"/>
                    <a:pt x="255" y="141"/>
                    <a:pt x="265" y="121"/>
                  </a:cubicBezTo>
                  <a:cubicBezTo>
                    <a:pt x="274" y="101"/>
                    <a:pt x="274" y="65"/>
                    <a:pt x="273" y="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6" name="Google Shape;606;p6"/>
          <p:cNvSpPr txBox="1"/>
          <p:nvPr/>
        </p:nvSpPr>
        <p:spPr>
          <a:xfrm>
            <a:off x="3928039" y="225330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"/>
          <p:cNvSpPr txBox="1"/>
          <p:nvPr/>
        </p:nvSpPr>
        <p:spPr>
          <a:xfrm>
            <a:off x="5709214" y="225330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6"/>
          <p:cNvSpPr txBox="1"/>
          <p:nvPr/>
        </p:nvSpPr>
        <p:spPr>
          <a:xfrm>
            <a:off x="5747314" y="389795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"/>
          <p:cNvSpPr txBox="1"/>
          <p:nvPr/>
        </p:nvSpPr>
        <p:spPr>
          <a:xfrm>
            <a:off x="3899464" y="389795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6"/>
          <p:cNvSpPr txBox="1"/>
          <p:nvPr/>
        </p:nvSpPr>
        <p:spPr>
          <a:xfrm>
            <a:off x="2140513" y="3897955"/>
            <a:ext cx="12183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Alerts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p6"/>
          <p:cNvGrpSpPr/>
          <p:nvPr/>
        </p:nvGrpSpPr>
        <p:grpSpPr>
          <a:xfrm>
            <a:off x="5996924" y="1419309"/>
            <a:ext cx="643223" cy="784567"/>
            <a:chOff x="7931851" y="2464731"/>
            <a:chExt cx="1002842" cy="1223210"/>
          </a:xfrm>
        </p:grpSpPr>
        <p:sp>
          <p:nvSpPr>
            <p:cNvPr id="612" name="Google Shape;612;p6"/>
            <p:cNvSpPr/>
            <p:nvPr/>
          </p:nvSpPr>
          <p:spPr>
            <a:xfrm>
              <a:off x="8120806" y="2650831"/>
              <a:ext cx="623981" cy="1037110"/>
            </a:xfrm>
            <a:custGeom>
              <a:rect b="b" l="l" r="r" t="t"/>
              <a:pathLst>
                <a:path extrusionOk="0" h="1237" w="750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17F8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8193151" y="2944496"/>
              <a:ext cx="44264" cy="75201"/>
            </a:xfrm>
            <a:custGeom>
              <a:rect b="b" l="l" r="r" t="t"/>
              <a:pathLst>
                <a:path extrusionOk="0" h="90" w="53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8215045" y="3044923"/>
              <a:ext cx="160397" cy="257493"/>
            </a:xfrm>
            <a:custGeom>
              <a:rect b="b" l="l" r="r" t="t"/>
              <a:pathLst>
                <a:path extrusionOk="0" h="307" w="193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8585816" y="3030644"/>
              <a:ext cx="71870" cy="89004"/>
            </a:xfrm>
            <a:custGeom>
              <a:rect b="b" l="l" r="r" t="t"/>
              <a:pathLst>
                <a:path extrusionOk="0" h="106" w="8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8413044" y="2724603"/>
              <a:ext cx="259397" cy="282719"/>
            </a:xfrm>
            <a:custGeom>
              <a:rect b="b" l="l" r="r" t="t"/>
              <a:pathLst>
                <a:path extrusionOk="0" h="337" w="312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8413044" y="2464731"/>
              <a:ext cx="39980" cy="152306"/>
            </a:xfrm>
            <a:custGeom>
              <a:rect b="b" l="l" r="r" t="t"/>
              <a:pathLst>
                <a:path extrusionOk="0" h="182" w="48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8169830" y="2526606"/>
              <a:ext cx="101379" cy="140883"/>
            </a:xfrm>
            <a:custGeom>
              <a:rect b="b" l="l" r="r" t="t"/>
              <a:pathLst>
                <a:path extrusionOk="0" h="168" w="122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8730507" y="3132975"/>
              <a:ext cx="142311" cy="99951"/>
            </a:xfrm>
            <a:custGeom>
              <a:rect b="b" l="l" r="r" t="t"/>
              <a:pathLst>
                <a:path extrusionOk="0" h="119" w="171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7993726" y="2704613"/>
              <a:ext cx="142311" cy="98999"/>
            </a:xfrm>
            <a:custGeom>
              <a:rect b="b" l="l" r="r" t="t"/>
              <a:pathLst>
                <a:path extrusionOk="0" h="118" w="171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8782387" y="2949255"/>
              <a:ext cx="152306" cy="40457"/>
            </a:xfrm>
            <a:custGeom>
              <a:rect b="b" l="l" r="r" t="t"/>
              <a:pathLst>
                <a:path extrusionOk="0" h="48" w="183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7931851" y="2949255"/>
              <a:ext cx="151355" cy="40457"/>
            </a:xfrm>
            <a:custGeom>
              <a:rect b="b" l="l" r="r" t="t"/>
              <a:pathLst>
                <a:path extrusionOk="0" h="48" w="182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8730507" y="2704613"/>
              <a:ext cx="142311" cy="98999"/>
            </a:xfrm>
            <a:custGeom>
              <a:rect b="b" l="l" r="r" t="t"/>
              <a:pathLst>
                <a:path extrusionOk="0" h="118" w="171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7993726" y="3132975"/>
              <a:ext cx="142311" cy="99951"/>
            </a:xfrm>
            <a:custGeom>
              <a:rect b="b" l="l" r="r" t="t"/>
              <a:pathLst>
                <a:path extrusionOk="0" h="119" w="171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8595336" y="2526606"/>
              <a:ext cx="101379" cy="140883"/>
            </a:xfrm>
            <a:custGeom>
              <a:rect b="b" l="l" r="r" t="t"/>
              <a:pathLst>
                <a:path extrusionOk="0" h="168" w="122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6"/>
          <p:cNvGrpSpPr/>
          <p:nvPr/>
        </p:nvGrpSpPr>
        <p:grpSpPr>
          <a:xfrm>
            <a:off x="4079021" y="2970211"/>
            <a:ext cx="885174" cy="932062"/>
            <a:chOff x="5995988" y="2712903"/>
            <a:chExt cx="2457451" cy="2587625"/>
          </a:xfrm>
        </p:grpSpPr>
        <p:sp>
          <p:nvSpPr>
            <p:cNvPr id="627" name="Google Shape;627;p6"/>
            <p:cNvSpPr/>
            <p:nvPr/>
          </p:nvSpPr>
          <p:spPr>
            <a:xfrm>
              <a:off x="5995988" y="2712903"/>
              <a:ext cx="2457451" cy="2587625"/>
            </a:xfrm>
            <a:custGeom>
              <a:rect b="b" l="l" r="r" t="t"/>
              <a:pathLst>
                <a:path extrusionOk="0" h="812" w="771">
                  <a:moveTo>
                    <a:pt x="707" y="219"/>
                  </a:moveTo>
                  <a:cubicBezTo>
                    <a:pt x="736" y="265"/>
                    <a:pt x="754" y="315"/>
                    <a:pt x="760" y="369"/>
                  </a:cubicBezTo>
                  <a:cubicBezTo>
                    <a:pt x="771" y="467"/>
                    <a:pt x="746" y="557"/>
                    <a:pt x="685" y="634"/>
                  </a:cubicBezTo>
                  <a:cubicBezTo>
                    <a:pt x="561" y="789"/>
                    <a:pt x="347" y="812"/>
                    <a:pt x="197" y="707"/>
                  </a:cubicBezTo>
                  <a:cubicBezTo>
                    <a:pt x="31" y="591"/>
                    <a:pt x="0" y="374"/>
                    <a:pt x="97" y="220"/>
                  </a:cubicBezTo>
                  <a:cubicBezTo>
                    <a:pt x="203" y="52"/>
                    <a:pt x="424" y="0"/>
                    <a:pt x="594" y="106"/>
                  </a:cubicBezTo>
                  <a:cubicBezTo>
                    <a:pt x="580" y="120"/>
                    <a:pt x="566" y="134"/>
                    <a:pt x="552" y="147"/>
                  </a:cubicBezTo>
                  <a:cubicBezTo>
                    <a:pt x="538" y="141"/>
                    <a:pt x="523" y="134"/>
                    <a:pt x="509" y="128"/>
                  </a:cubicBezTo>
                  <a:cubicBezTo>
                    <a:pt x="491" y="121"/>
                    <a:pt x="473" y="116"/>
                    <a:pt x="454" y="113"/>
                  </a:cubicBezTo>
                  <a:cubicBezTo>
                    <a:pt x="427" y="108"/>
                    <a:pt x="399" y="107"/>
                    <a:pt x="372" y="110"/>
                  </a:cubicBezTo>
                  <a:cubicBezTo>
                    <a:pt x="325" y="115"/>
                    <a:pt x="281" y="130"/>
                    <a:pt x="241" y="155"/>
                  </a:cubicBezTo>
                  <a:cubicBezTo>
                    <a:pt x="203" y="179"/>
                    <a:pt x="171" y="211"/>
                    <a:pt x="147" y="249"/>
                  </a:cubicBezTo>
                  <a:cubicBezTo>
                    <a:pt x="134" y="270"/>
                    <a:pt x="123" y="293"/>
                    <a:pt x="115" y="317"/>
                  </a:cubicBezTo>
                  <a:cubicBezTo>
                    <a:pt x="110" y="333"/>
                    <a:pt x="106" y="350"/>
                    <a:pt x="103" y="366"/>
                  </a:cubicBezTo>
                  <a:cubicBezTo>
                    <a:pt x="99" y="394"/>
                    <a:pt x="99" y="422"/>
                    <a:pt x="102" y="450"/>
                  </a:cubicBezTo>
                  <a:cubicBezTo>
                    <a:pt x="105" y="477"/>
                    <a:pt x="113" y="503"/>
                    <a:pt x="124" y="528"/>
                  </a:cubicBezTo>
                  <a:cubicBezTo>
                    <a:pt x="143" y="574"/>
                    <a:pt x="171" y="612"/>
                    <a:pt x="209" y="643"/>
                  </a:cubicBezTo>
                  <a:cubicBezTo>
                    <a:pt x="235" y="665"/>
                    <a:pt x="263" y="682"/>
                    <a:pt x="295" y="694"/>
                  </a:cubicBezTo>
                  <a:cubicBezTo>
                    <a:pt x="315" y="701"/>
                    <a:pt x="336" y="707"/>
                    <a:pt x="357" y="710"/>
                  </a:cubicBezTo>
                  <a:cubicBezTo>
                    <a:pt x="384" y="714"/>
                    <a:pt x="412" y="715"/>
                    <a:pt x="439" y="711"/>
                  </a:cubicBezTo>
                  <a:cubicBezTo>
                    <a:pt x="464" y="708"/>
                    <a:pt x="488" y="702"/>
                    <a:pt x="512" y="693"/>
                  </a:cubicBezTo>
                  <a:cubicBezTo>
                    <a:pt x="538" y="683"/>
                    <a:pt x="563" y="669"/>
                    <a:pt x="585" y="652"/>
                  </a:cubicBezTo>
                  <a:cubicBezTo>
                    <a:pt x="607" y="635"/>
                    <a:pt x="627" y="615"/>
                    <a:pt x="644" y="592"/>
                  </a:cubicBezTo>
                  <a:cubicBezTo>
                    <a:pt x="657" y="575"/>
                    <a:pt x="668" y="556"/>
                    <a:pt x="677" y="536"/>
                  </a:cubicBezTo>
                  <a:cubicBezTo>
                    <a:pt x="686" y="519"/>
                    <a:pt x="692" y="501"/>
                    <a:pt x="696" y="482"/>
                  </a:cubicBezTo>
                  <a:cubicBezTo>
                    <a:pt x="700" y="465"/>
                    <a:pt x="703" y="449"/>
                    <a:pt x="704" y="432"/>
                  </a:cubicBezTo>
                  <a:cubicBezTo>
                    <a:pt x="704" y="413"/>
                    <a:pt x="704" y="393"/>
                    <a:pt x="702" y="374"/>
                  </a:cubicBezTo>
                  <a:cubicBezTo>
                    <a:pt x="701" y="361"/>
                    <a:pt x="698" y="347"/>
                    <a:pt x="695" y="334"/>
                  </a:cubicBezTo>
                  <a:cubicBezTo>
                    <a:pt x="689" y="310"/>
                    <a:pt x="679" y="286"/>
                    <a:pt x="666" y="264"/>
                  </a:cubicBezTo>
                  <a:cubicBezTo>
                    <a:pt x="665" y="262"/>
                    <a:pt x="665" y="260"/>
                    <a:pt x="667" y="258"/>
                  </a:cubicBezTo>
                  <a:cubicBezTo>
                    <a:pt x="680" y="246"/>
                    <a:pt x="691" y="234"/>
                    <a:pt x="703" y="222"/>
                  </a:cubicBezTo>
                  <a:cubicBezTo>
                    <a:pt x="704" y="221"/>
                    <a:pt x="705" y="220"/>
                    <a:pt x="707" y="2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6515101" y="3270116"/>
              <a:ext cx="1450975" cy="1435100"/>
            </a:xfrm>
            <a:custGeom>
              <a:rect b="b" l="l" r="r" t="t"/>
              <a:pathLst>
                <a:path extrusionOk="0" h="450" w="455">
                  <a:moveTo>
                    <a:pt x="350" y="54"/>
                  </a:moveTo>
                  <a:cubicBezTo>
                    <a:pt x="337" y="67"/>
                    <a:pt x="324" y="80"/>
                    <a:pt x="311" y="93"/>
                  </a:cubicBezTo>
                  <a:cubicBezTo>
                    <a:pt x="310" y="94"/>
                    <a:pt x="307" y="95"/>
                    <a:pt x="305" y="94"/>
                  </a:cubicBezTo>
                  <a:cubicBezTo>
                    <a:pt x="292" y="87"/>
                    <a:pt x="277" y="83"/>
                    <a:pt x="262" y="81"/>
                  </a:cubicBezTo>
                  <a:cubicBezTo>
                    <a:pt x="244" y="79"/>
                    <a:pt x="227" y="79"/>
                    <a:pt x="210" y="82"/>
                  </a:cubicBezTo>
                  <a:cubicBezTo>
                    <a:pt x="187" y="87"/>
                    <a:pt x="166" y="96"/>
                    <a:pt x="148" y="109"/>
                  </a:cubicBezTo>
                  <a:cubicBezTo>
                    <a:pt x="129" y="123"/>
                    <a:pt x="114" y="140"/>
                    <a:pt x="103" y="160"/>
                  </a:cubicBezTo>
                  <a:cubicBezTo>
                    <a:pt x="93" y="178"/>
                    <a:pt x="87" y="196"/>
                    <a:pt x="84" y="216"/>
                  </a:cubicBezTo>
                  <a:cubicBezTo>
                    <a:pt x="81" y="239"/>
                    <a:pt x="83" y="261"/>
                    <a:pt x="90" y="283"/>
                  </a:cubicBezTo>
                  <a:cubicBezTo>
                    <a:pt x="101" y="319"/>
                    <a:pt x="123" y="347"/>
                    <a:pt x="154" y="367"/>
                  </a:cubicBezTo>
                  <a:cubicBezTo>
                    <a:pt x="176" y="381"/>
                    <a:pt x="199" y="389"/>
                    <a:pt x="225" y="392"/>
                  </a:cubicBezTo>
                  <a:cubicBezTo>
                    <a:pt x="252" y="394"/>
                    <a:pt x="277" y="390"/>
                    <a:pt x="302" y="379"/>
                  </a:cubicBezTo>
                  <a:cubicBezTo>
                    <a:pt x="327" y="368"/>
                    <a:pt x="348" y="352"/>
                    <a:pt x="364" y="330"/>
                  </a:cubicBezTo>
                  <a:cubicBezTo>
                    <a:pt x="377" y="313"/>
                    <a:pt x="386" y="294"/>
                    <a:pt x="391" y="273"/>
                  </a:cubicBezTo>
                  <a:cubicBezTo>
                    <a:pt x="395" y="256"/>
                    <a:pt x="397" y="240"/>
                    <a:pt x="395" y="223"/>
                  </a:cubicBezTo>
                  <a:cubicBezTo>
                    <a:pt x="394" y="204"/>
                    <a:pt x="389" y="185"/>
                    <a:pt x="380" y="167"/>
                  </a:cubicBezTo>
                  <a:cubicBezTo>
                    <a:pt x="394" y="153"/>
                    <a:pt x="408" y="139"/>
                    <a:pt x="422" y="125"/>
                  </a:cubicBezTo>
                  <a:cubicBezTo>
                    <a:pt x="444" y="161"/>
                    <a:pt x="455" y="200"/>
                    <a:pt x="453" y="242"/>
                  </a:cubicBezTo>
                  <a:cubicBezTo>
                    <a:pt x="452" y="283"/>
                    <a:pt x="441" y="320"/>
                    <a:pt x="418" y="354"/>
                  </a:cubicBezTo>
                  <a:cubicBezTo>
                    <a:pt x="374" y="418"/>
                    <a:pt x="312" y="450"/>
                    <a:pt x="235" y="450"/>
                  </a:cubicBezTo>
                  <a:cubicBezTo>
                    <a:pt x="176" y="450"/>
                    <a:pt x="125" y="427"/>
                    <a:pt x="85" y="385"/>
                  </a:cubicBezTo>
                  <a:cubicBezTo>
                    <a:pt x="0" y="295"/>
                    <a:pt x="6" y="160"/>
                    <a:pt x="95" y="78"/>
                  </a:cubicBezTo>
                  <a:cubicBezTo>
                    <a:pt x="179" y="0"/>
                    <a:pt x="293" y="14"/>
                    <a:pt x="350" y="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7040563" y="2874828"/>
              <a:ext cx="1381125" cy="1384301"/>
            </a:xfrm>
            <a:custGeom>
              <a:rect b="b" l="l" r="r" t="t"/>
              <a:pathLst>
                <a:path extrusionOk="0" h="434" w="433">
                  <a:moveTo>
                    <a:pt x="363" y="0"/>
                  </a:moveTo>
                  <a:cubicBezTo>
                    <a:pt x="363" y="24"/>
                    <a:pt x="363" y="47"/>
                    <a:pt x="363" y="71"/>
                  </a:cubicBezTo>
                  <a:cubicBezTo>
                    <a:pt x="386" y="71"/>
                    <a:pt x="409" y="71"/>
                    <a:pt x="432" y="71"/>
                  </a:cubicBezTo>
                  <a:cubicBezTo>
                    <a:pt x="432" y="72"/>
                    <a:pt x="432" y="73"/>
                    <a:pt x="433" y="73"/>
                  </a:cubicBezTo>
                  <a:cubicBezTo>
                    <a:pt x="424" y="81"/>
                    <a:pt x="416" y="90"/>
                    <a:pt x="408" y="98"/>
                  </a:cubicBezTo>
                  <a:cubicBezTo>
                    <a:pt x="373" y="133"/>
                    <a:pt x="338" y="168"/>
                    <a:pt x="303" y="203"/>
                  </a:cubicBezTo>
                  <a:cubicBezTo>
                    <a:pt x="300" y="206"/>
                    <a:pt x="297" y="208"/>
                    <a:pt x="292" y="207"/>
                  </a:cubicBezTo>
                  <a:cubicBezTo>
                    <a:pt x="282" y="207"/>
                    <a:pt x="272" y="207"/>
                    <a:pt x="262" y="208"/>
                  </a:cubicBezTo>
                  <a:cubicBezTo>
                    <a:pt x="260" y="208"/>
                    <a:pt x="256" y="209"/>
                    <a:pt x="255" y="210"/>
                  </a:cubicBezTo>
                  <a:cubicBezTo>
                    <a:pt x="228" y="237"/>
                    <a:pt x="202" y="263"/>
                    <a:pt x="176" y="289"/>
                  </a:cubicBezTo>
                  <a:cubicBezTo>
                    <a:pt x="164" y="301"/>
                    <a:pt x="152" y="313"/>
                    <a:pt x="141" y="325"/>
                  </a:cubicBezTo>
                  <a:cubicBezTo>
                    <a:pt x="140" y="326"/>
                    <a:pt x="139" y="328"/>
                    <a:pt x="140" y="330"/>
                  </a:cubicBezTo>
                  <a:cubicBezTo>
                    <a:pt x="143" y="338"/>
                    <a:pt x="145" y="346"/>
                    <a:pt x="146" y="354"/>
                  </a:cubicBezTo>
                  <a:cubicBezTo>
                    <a:pt x="148" y="379"/>
                    <a:pt x="139" y="399"/>
                    <a:pt x="121" y="415"/>
                  </a:cubicBezTo>
                  <a:cubicBezTo>
                    <a:pt x="105" y="428"/>
                    <a:pt x="87" y="434"/>
                    <a:pt x="67" y="432"/>
                  </a:cubicBezTo>
                  <a:cubicBezTo>
                    <a:pt x="43" y="429"/>
                    <a:pt x="25" y="417"/>
                    <a:pt x="12" y="397"/>
                  </a:cubicBezTo>
                  <a:cubicBezTo>
                    <a:pt x="2" y="380"/>
                    <a:pt x="0" y="361"/>
                    <a:pt x="4" y="342"/>
                  </a:cubicBezTo>
                  <a:cubicBezTo>
                    <a:pt x="10" y="320"/>
                    <a:pt x="24" y="303"/>
                    <a:pt x="46" y="294"/>
                  </a:cubicBezTo>
                  <a:cubicBezTo>
                    <a:pt x="66" y="285"/>
                    <a:pt x="86" y="286"/>
                    <a:pt x="105" y="295"/>
                  </a:cubicBezTo>
                  <a:cubicBezTo>
                    <a:pt x="107" y="295"/>
                    <a:pt x="109" y="294"/>
                    <a:pt x="110" y="293"/>
                  </a:cubicBezTo>
                  <a:cubicBezTo>
                    <a:pt x="137" y="267"/>
                    <a:pt x="164" y="240"/>
                    <a:pt x="191" y="213"/>
                  </a:cubicBezTo>
                  <a:cubicBezTo>
                    <a:pt x="202" y="202"/>
                    <a:pt x="212" y="191"/>
                    <a:pt x="223" y="181"/>
                  </a:cubicBezTo>
                  <a:cubicBezTo>
                    <a:pt x="226" y="178"/>
                    <a:pt x="227" y="175"/>
                    <a:pt x="227" y="171"/>
                  </a:cubicBezTo>
                  <a:cubicBezTo>
                    <a:pt x="227" y="162"/>
                    <a:pt x="227" y="152"/>
                    <a:pt x="227" y="143"/>
                  </a:cubicBezTo>
                  <a:cubicBezTo>
                    <a:pt x="226" y="138"/>
                    <a:pt x="228" y="135"/>
                    <a:pt x="231" y="131"/>
                  </a:cubicBezTo>
                  <a:cubicBezTo>
                    <a:pt x="274" y="88"/>
                    <a:pt x="317" y="45"/>
                    <a:pt x="360" y="3"/>
                  </a:cubicBezTo>
                  <a:cubicBezTo>
                    <a:pt x="361" y="2"/>
                    <a:pt x="362" y="1"/>
                    <a:pt x="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0" name="Google Shape;630;p6"/>
          <p:cNvGrpSpPr/>
          <p:nvPr/>
        </p:nvGrpSpPr>
        <p:grpSpPr>
          <a:xfrm>
            <a:off x="2337445" y="3053610"/>
            <a:ext cx="768231" cy="768231"/>
            <a:chOff x="5757333" y="2943779"/>
            <a:chExt cx="795600" cy="795600"/>
          </a:xfrm>
        </p:grpSpPr>
        <p:grpSp>
          <p:nvGrpSpPr>
            <p:cNvPr id="631" name="Google Shape;631;p6"/>
            <p:cNvGrpSpPr/>
            <p:nvPr/>
          </p:nvGrpSpPr>
          <p:grpSpPr>
            <a:xfrm>
              <a:off x="5920123" y="3167104"/>
              <a:ext cx="504257" cy="397996"/>
              <a:chOff x="7116927" y="4339453"/>
              <a:chExt cx="389990" cy="307808"/>
            </a:xfrm>
          </p:grpSpPr>
          <p:sp>
            <p:nvSpPr>
              <p:cNvPr id="632" name="Google Shape;632;p6"/>
              <p:cNvSpPr/>
              <p:nvPr/>
            </p:nvSpPr>
            <p:spPr>
              <a:xfrm rot="2700000">
                <a:off x="7120605" y="4493181"/>
                <a:ext cx="205344" cy="95459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6"/>
              <p:cNvSpPr/>
              <p:nvPr/>
            </p:nvSpPr>
            <p:spPr>
              <a:xfrm rot="8100000">
                <a:off x="7183099" y="4445623"/>
                <a:ext cx="339836" cy="95459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4" name="Google Shape;634;p6"/>
            <p:cNvSpPr/>
            <p:nvPr/>
          </p:nvSpPr>
          <p:spPr>
            <a:xfrm>
              <a:off x="5757333" y="2943779"/>
              <a:ext cx="795600" cy="795600"/>
            </a:xfrm>
            <a:prstGeom prst="ellipse">
              <a:avLst/>
            </a:prstGeom>
            <a:noFill/>
            <a:ln cap="flat" cmpd="sng" w="889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5" name="Google Shape;635;p6"/>
          <p:cNvGrpSpPr/>
          <p:nvPr/>
        </p:nvGrpSpPr>
        <p:grpSpPr>
          <a:xfrm>
            <a:off x="5907607" y="3021227"/>
            <a:ext cx="846975" cy="757074"/>
            <a:chOff x="5418138" y="4568825"/>
            <a:chExt cx="568325" cy="508001"/>
          </a:xfrm>
        </p:grpSpPr>
        <p:sp>
          <p:nvSpPr>
            <p:cNvPr id="636" name="Google Shape;636;p6"/>
            <p:cNvSpPr/>
            <p:nvPr/>
          </p:nvSpPr>
          <p:spPr>
            <a:xfrm>
              <a:off x="5795963" y="4730750"/>
              <a:ext cx="128588" cy="346075"/>
            </a:xfrm>
            <a:custGeom>
              <a:rect b="b" l="l" r="r" t="t"/>
              <a:pathLst>
                <a:path extrusionOk="0" h="107" w="40">
                  <a:moveTo>
                    <a:pt x="40" y="0"/>
                  </a:moveTo>
                  <a:cubicBezTo>
                    <a:pt x="40" y="107"/>
                    <a:pt x="40" y="107"/>
                    <a:pt x="40" y="107"/>
                  </a:cubicBezTo>
                  <a:cubicBezTo>
                    <a:pt x="40" y="107"/>
                    <a:pt x="14" y="107"/>
                    <a:pt x="0" y="107"/>
                  </a:cubicBezTo>
                  <a:cubicBezTo>
                    <a:pt x="0" y="106"/>
                    <a:pt x="0" y="104"/>
                    <a:pt x="0" y="103"/>
                  </a:cubicBezTo>
                  <a:cubicBezTo>
                    <a:pt x="0" y="82"/>
                    <a:pt x="0" y="62"/>
                    <a:pt x="0" y="41"/>
                  </a:cubicBezTo>
                  <a:cubicBezTo>
                    <a:pt x="0" y="39"/>
                    <a:pt x="1" y="36"/>
                    <a:pt x="3" y="35"/>
                  </a:cubicBezTo>
                  <a:cubicBezTo>
                    <a:pt x="14" y="24"/>
                    <a:pt x="40" y="0"/>
                    <a:pt x="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5418138" y="4568825"/>
              <a:ext cx="568325" cy="323850"/>
            </a:xfrm>
            <a:custGeom>
              <a:rect b="b" l="l" r="r" t="t"/>
              <a:pathLst>
                <a:path extrusionOk="0" h="100" w="176">
                  <a:moveTo>
                    <a:pt x="81" y="80"/>
                  </a:moveTo>
                  <a:cubicBezTo>
                    <a:pt x="102" y="60"/>
                    <a:pt x="122" y="41"/>
                    <a:pt x="143" y="22"/>
                  </a:cubicBezTo>
                  <a:cubicBezTo>
                    <a:pt x="141" y="20"/>
                    <a:pt x="140" y="19"/>
                    <a:pt x="139" y="17"/>
                  </a:cubicBezTo>
                  <a:cubicBezTo>
                    <a:pt x="135" y="14"/>
                    <a:pt x="136" y="10"/>
                    <a:pt x="141" y="8"/>
                  </a:cubicBezTo>
                  <a:cubicBezTo>
                    <a:pt x="150" y="6"/>
                    <a:pt x="159" y="3"/>
                    <a:pt x="168" y="1"/>
                  </a:cubicBezTo>
                  <a:cubicBezTo>
                    <a:pt x="173" y="0"/>
                    <a:pt x="176" y="3"/>
                    <a:pt x="175" y="9"/>
                  </a:cubicBezTo>
                  <a:cubicBezTo>
                    <a:pt x="173" y="17"/>
                    <a:pt x="170" y="26"/>
                    <a:pt x="168" y="34"/>
                  </a:cubicBezTo>
                  <a:cubicBezTo>
                    <a:pt x="166" y="40"/>
                    <a:pt x="163" y="41"/>
                    <a:pt x="158" y="37"/>
                  </a:cubicBezTo>
                  <a:cubicBezTo>
                    <a:pt x="157" y="35"/>
                    <a:pt x="155" y="33"/>
                    <a:pt x="154" y="31"/>
                  </a:cubicBezTo>
                  <a:cubicBezTo>
                    <a:pt x="147" y="38"/>
                    <a:pt x="140" y="44"/>
                    <a:pt x="134" y="49"/>
                  </a:cubicBezTo>
                  <a:cubicBezTo>
                    <a:pt x="117" y="65"/>
                    <a:pt x="100" y="80"/>
                    <a:pt x="84" y="96"/>
                  </a:cubicBezTo>
                  <a:cubicBezTo>
                    <a:pt x="81" y="99"/>
                    <a:pt x="79" y="98"/>
                    <a:pt x="77" y="96"/>
                  </a:cubicBezTo>
                  <a:cubicBezTo>
                    <a:pt x="68" y="87"/>
                    <a:pt x="59" y="78"/>
                    <a:pt x="51" y="70"/>
                  </a:cubicBezTo>
                  <a:cubicBezTo>
                    <a:pt x="48" y="67"/>
                    <a:pt x="47" y="67"/>
                    <a:pt x="44" y="69"/>
                  </a:cubicBezTo>
                  <a:cubicBezTo>
                    <a:pt x="33" y="80"/>
                    <a:pt x="21" y="9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0" y="90"/>
                    <a:pt x="0" y="90"/>
                    <a:pt x="10" y="82"/>
                  </a:cubicBezTo>
                  <a:cubicBezTo>
                    <a:pt x="21" y="71"/>
                    <a:pt x="33" y="61"/>
                    <a:pt x="45" y="50"/>
                  </a:cubicBezTo>
                  <a:cubicBezTo>
                    <a:pt x="47" y="48"/>
                    <a:pt x="49" y="48"/>
                    <a:pt x="51" y="50"/>
                  </a:cubicBezTo>
                  <a:cubicBezTo>
                    <a:pt x="60" y="60"/>
                    <a:pt x="70" y="69"/>
                    <a:pt x="79" y="78"/>
                  </a:cubicBezTo>
                  <a:cubicBezTo>
                    <a:pt x="80" y="79"/>
                    <a:pt x="80" y="79"/>
                    <a:pt x="81" y="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5449888" y="4856163"/>
              <a:ext cx="130175" cy="220663"/>
            </a:xfrm>
            <a:custGeom>
              <a:rect b="b" l="l" r="r" t="t"/>
              <a:pathLst>
                <a:path extrusionOk="0" h="68" w="40">
                  <a:moveTo>
                    <a:pt x="37" y="0"/>
                  </a:moveTo>
                  <a:cubicBezTo>
                    <a:pt x="40" y="2"/>
                    <a:pt x="40" y="2"/>
                    <a:pt x="40" y="2"/>
                  </a:cubicBezTo>
                  <a:cubicBezTo>
                    <a:pt x="40" y="24"/>
                    <a:pt x="40" y="46"/>
                    <a:pt x="40" y="67"/>
                  </a:cubicBezTo>
                  <a:cubicBezTo>
                    <a:pt x="40" y="67"/>
                    <a:pt x="40" y="68"/>
                    <a:pt x="40" y="68"/>
                  </a:cubicBezTo>
                  <a:cubicBezTo>
                    <a:pt x="27" y="68"/>
                    <a:pt x="14" y="68"/>
                    <a:pt x="0" y="68"/>
                  </a:cubicBezTo>
                  <a:cubicBezTo>
                    <a:pt x="0" y="57"/>
                    <a:pt x="0" y="45"/>
                    <a:pt x="0" y="34"/>
                  </a:cubicBezTo>
                  <a:cubicBezTo>
                    <a:pt x="0" y="33"/>
                    <a:pt x="1" y="32"/>
                    <a:pt x="1" y="32"/>
                  </a:cubicBezTo>
                  <a:cubicBezTo>
                    <a:pt x="13" y="21"/>
                    <a:pt x="37" y="0"/>
                    <a:pt x="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5621338" y="4895850"/>
              <a:ext cx="128588" cy="180975"/>
            </a:xfrm>
            <a:custGeom>
              <a:rect b="b" l="l" r="r" t="t"/>
              <a:pathLst>
                <a:path extrusionOk="0" h="56" w="40">
                  <a:moveTo>
                    <a:pt x="40" y="0"/>
                  </a:moveTo>
                  <a:cubicBezTo>
                    <a:pt x="40" y="19"/>
                    <a:pt x="40" y="37"/>
                    <a:pt x="40" y="56"/>
                  </a:cubicBezTo>
                  <a:cubicBezTo>
                    <a:pt x="27" y="56"/>
                    <a:pt x="14" y="56"/>
                    <a:pt x="0" y="56"/>
                  </a:cubicBezTo>
                  <a:cubicBezTo>
                    <a:pt x="0" y="39"/>
                    <a:pt x="0" y="2"/>
                    <a:pt x="0" y="2"/>
                  </a:cubicBezTo>
                  <a:cubicBezTo>
                    <a:pt x="0" y="2"/>
                    <a:pt x="10" y="12"/>
                    <a:pt x="14" y="17"/>
                  </a:cubicBezTo>
                  <a:cubicBezTo>
                    <a:pt x="16" y="19"/>
                    <a:pt x="18" y="20"/>
                    <a:pt x="21" y="17"/>
                  </a:cubicBezTo>
                  <a:cubicBezTo>
                    <a:pt x="27" y="11"/>
                    <a:pt x="33" y="6"/>
                    <a:pt x="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0" name="Google Shape;640;p6"/>
          <p:cNvSpPr/>
          <p:nvPr/>
        </p:nvSpPr>
        <p:spPr>
          <a:xfrm>
            <a:off x="1857664" y="4546612"/>
            <a:ext cx="5428500" cy="223800"/>
          </a:xfrm>
          <a:prstGeom prst="ellipse">
            <a:avLst/>
          </a:prstGeom>
          <a:solidFill>
            <a:schemeClr val="dk2">
              <a:alpha val="29019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"/>
          <p:cNvSpPr txBox="1"/>
          <p:nvPr/>
        </p:nvSpPr>
        <p:spPr>
          <a:xfrm>
            <a:off x="2231342" y="2044178"/>
            <a:ext cx="4705492" cy="1245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Flow chart</a:t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"/>
          <p:cNvSpPr/>
          <p:nvPr/>
        </p:nvSpPr>
        <p:spPr>
          <a:xfrm>
            <a:off x="1857664" y="3022662"/>
            <a:ext cx="5428500" cy="223800"/>
          </a:xfrm>
          <a:prstGeom prst="ellipse">
            <a:avLst/>
          </a:prstGeom>
          <a:solidFill>
            <a:schemeClr val="dk2">
              <a:alpha val="29019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84848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1959" y="0"/>
            <a:ext cx="592783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9"/>
          <p:cNvSpPr txBox="1"/>
          <p:nvPr/>
        </p:nvSpPr>
        <p:spPr>
          <a:xfrm>
            <a:off x="2431032" y="1802448"/>
            <a:ext cx="4705492" cy="1245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Design</a:t>
            </a:r>
            <a:b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module</a:t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9"/>
          <p:cNvSpPr/>
          <p:nvPr/>
        </p:nvSpPr>
        <p:spPr>
          <a:xfrm>
            <a:off x="1857664" y="3022662"/>
            <a:ext cx="5428500" cy="223800"/>
          </a:xfrm>
          <a:prstGeom prst="ellipse">
            <a:avLst/>
          </a:prstGeom>
          <a:solidFill>
            <a:schemeClr val="dk2">
              <a:alpha val="29019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3" name="Google Shape;663;p10"/>
          <p:cNvGraphicFramePr/>
          <p:nvPr/>
        </p:nvGraphicFramePr>
        <p:xfrm>
          <a:off x="493920" y="2217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{3BA8AE56-EEFD-4403-8751-B0C793F32BB5}</a:tableStyleId>
              </a:tblPr>
              <a:tblGrid>
                <a:gridCol w="1615125"/>
                <a:gridCol w="1169375"/>
              </a:tblGrid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Users_table</a:t>
                      </a:r>
                      <a:endParaRPr b="1" i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A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User_id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   PK</a:t>
                      </a:r>
                      <a:endParaRPr b="0" i="0" sz="1000" u="none" cap="none" strike="noStrike">
                        <a:solidFill>
                          <a:srgbClr val="00A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username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passwordHash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firstName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lastName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acceptTerms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TINYINT(1)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usersPhoto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userAddress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38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userPhone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userDOB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userStatus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verificationToken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verified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socialProvider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</a:tbl>
          </a:graphicData>
        </a:graphic>
      </p:graphicFrame>
      <p:graphicFrame>
        <p:nvGraphicFramePr>
          <p:cNvPr id="664" name="Google Shape;664;p10"/>
          <p:cNvGraphicFramePr/>
          <p:nvPr/>
        </p:nvGraphicFramePr>
        <p:xfrm>
          <a:off x="3327840" y="4982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{3BA8AE56-EEFD-4403-8751-B0C793F32BB5}</a:tableStyleId>
              </a:tblPr>
              <a:tblGrid>
                <a:gridCol w="1610925"/>
                <a:gridCol w="1166350"/>
              </a:tblGrid>
              <a:tr h="2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Users_table</a:t>
                      </a:r>
                      <a:endParaRPr b="0" i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continues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i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socialUserId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resetToken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resetTokenExpires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passwordReset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updated</a:t>
                      </a:r>
                      <a:endParaRPr b="0" i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</a:tbl>
          </a:graphicData>
        </a:graphic>
      </p:graphicFrame>
      <p:graphicFrame>
        <p:nvGraphicFramePr>
          <p:cNvPr id="665" name="Google Shape;665;p10"/>
          <p:cNvGraphicFramePr/>
          <p:nvPr/>
        </p:nvGraphicFramePr>
        <p:xfrm>
          <a:off x="6172271" y="19769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{3BA8AE56-EEFD-4403-8751-B0C793F32BB5}</a:tableStyleId>
              </a:tblPr>
              <a:tblGrid>
                <a:gridCol w="1615125"/>
                <a:gridCol w="1169375"/>
              </a:tblGrid>
              <a:tr h="331775">
                <a:tc>
                  <a:txBody>
                    <a:bodyPr/>
                    <a:lstStyle/>
                    <a:p>
                      <a:pPr indent="0" lvl="0" marL="183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RefreshTokens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44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refreshId</a:t>
                      </a:r>
                      <a:endParaRPr b="0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   PK</a:t>
                      </a:r>
                      <a:endParaRPr b="0" i="0" sz="1200" u="none" cap="none" strike="noStrike">
                        <a:solidFill>
                          <a:srgbClr val="00A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token</a:t>
                      </a:r>
                      <a:endParaRPr b="0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expires</a:t>
                      </a:r>
                      <a:endParaRPr b="0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</a:t>
                      </a:r>
                      <a:endParaRPr b="0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createdByIp</a:t>
                      </a:r>
                      <a:endParaRPr b="0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VARCHAR(25)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revoked</a:t>
                      </a:r>
                      <a:endParaRPr b="0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revokedByIp</a:t>
                      </a:r>
                      <a:endParaRPr b="0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replacedByToken</a:t>
                      </a:r>
                      <a:endParaRPr b="0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usersTableUsersId</a:t>
                      </a:r>
                      <a:endParaRPr b="0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fk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</a:tbl>
          </a:graphicData>
        </a:graphic>
      </p:graphicFrame>
      <p:graphicFrame>
        <p:nvGraphicFramePr>
          <p:cNvPr id="666" name="Google Shape;666;p10"/>
          <p:cNvGraphicFramePr/>
          <p:nvPr/>
        </p:nvGraphicFramePr>
        <p:xfrm>
          <a:off x="3317330" y="25879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{3BA8AE56-EEFD-4403-8751-B0C793F32BB5}</a:tableStyleId>
              </a:tblPr>
              <a:tblGrid>
                <a:gridCol w="1615125"/>
                <a:gridCol w="1169375"/>
              </a:tblGrid>
              <a:tr h="252425">
                <a:tc>
                  <a:txBody>
                    <a:bodyPr/>
                    <a:lstStyle/>
                    <a:p>
                      <a:pPr indent="0" lvl="0" marL="183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Social_users_table</a:t>
                      </a:r>
                      <a:endParaRPr b="1" i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socialUserId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   PK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socialUserProviderId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socialUserName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socialUsersPhoto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firstName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lastName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VARCHAR(255)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  <a:tr h="2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authToken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475" marB="41475" marR="82950" marL="829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2" name="Google Shape;672;p11"/>
          <p:cNvGraphicFramePr/>
          <p:nvPr/>
        </p:nvGraphicFramePr>
        <p:xfrm>
          <a:off x="4163140" y="3427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{9829C848-804E-40DF-9DC1-3F51558F0CD4}</a:tableStyleId>
              </a:tblPr>
              <a:tblGrid>
                <a:gridCol w="1702075"/>
                <a:gridCol w="1231200"/>
              </a:tblGrid>
              <a:tr h="33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Category_tree_table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Category_id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    PK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Category_name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varchar(45)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Category_icon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Category_added_time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</a:tr>
              <a:tr h="31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Category_parent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  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</a:tr>
            </a:tbl>
          </a:graphicData>
        </a:graphic>
      </p:graphicFrame>
      <p:graphicFrame>
        <p:nvGraphicFramePr>
          <p:cNvPr id="673" name="Google Shape;673;p11"/>
          <p:cNvGraphicFramePr/>
          <p:nvPr/>
        </p:nvGraphicFramePr>
        <p:xfrm>
          <a:off x="4183117" y="2215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{3BA8AE56-EEFD-4403-8751-B0C793F32BB5}</a:tableStyleId>
              </a:tblPr>
              <a:tblGrid>
                <a:gridCol w="1702075"/>
                <a:gridCol w="1231200"/>
              </a:tblGrid>
              <a:tr h="33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/>
                        <a:t>Connections_table</a:t>
                      </a:r>
                      <a:endParaRPr b="1" sz="1400" u="none" cap="none" strike="noStrike"/>
                    </a:p>
                  </a:txBody>
                  <a:tcPr marT="52925" marB="42450" marR="81650" marL="81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Connections__id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PK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Product_id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FK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Category_id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FK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</a:tr>
              <a:tr h="31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925" marB="42450" marR="81650" marL="81650"/>
                </a:tc>
              </a:tr>
            </a:tbl>
          </a:graphicData>
        </a:graphic>
      </p:graphicFrame>
      <p:graphicFrame>
        <p:nvGraphicFramePr>
          <p:cNvPr id="674" name="Google Shape;674;p11"/>
          <p:cNvGraphicFramePr/>
          <p:nvPr/>
        </p:nvGraphicFramePr>
        <p:xfrm>
          <a:off x="719571" y="3233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{9829C848-804E-40DF-9DC1-3F51558F0CD4}</a:tableStyleId>
              </a:tblPr>
              <a:tblGrid>
                <a:gridCol w="1739850"/>
                <a:gridCol w="1050850"/>
              </a:tblGrid>
              <a:tr h="330850">
                <a:tc>
                  <a:txBody>
                    <a:bodyPr/>
                    <a:lstStyle/>
                    <a:p>
                      <a:pPr indent="0" lvl="0" marL="1905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/>
                        <a:t>Products_table</a:t>
                      </a:r>
                      <a:endParaRPr b="1" sz="1400" u="none" cap="none" strike="noStrike"/>
                    </a:p>
                  </a:txBody>
                  <a:tcPr marT="52925" marB="42450" marR="81650" marL="81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Products_id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PK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Products_name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31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Products_added_time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36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Products_photo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Color_id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Material_id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Brand_id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User_id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Models_id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Discounts_id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33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0" name="Google Shape;680;p12"/>
          <p:cNvGraphicFramePr/>
          <p:nvPr/>
        </p:nvGraphicFramePr>
        <p:xfrm>
          <a:off x="3934791" y="1725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{3BA8AE56-EEFD-4403-8751-B0C793F32BB5}</a:tableStyleId>
              </a:tblPr>
              <a:tblGrid>
                <a:gridCol w="1617125"/>
                <a:gridCol w="1170725"/>
              </a:tblGrid>
              <a:tr h="330850">
                <a:tc>
                  <a:txBody>
                    <a:bodyPr/>
                    <a:lstStyle/>
                    <a:p>
                      <a:pPr indent="0" lvl="0" marL="1905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/>
                        <a:t>Brand_table</a:t>
                      </a:r>
                      <a:endParaRPr b="1" sz="1400" u="none" cap="none" strike="noStrike"/>
                    </a:p>
                  </a:txBody>
                  <a:tcPr marT="52925" marB="42450" marR="81650" marL="81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Brand_id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PK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Brand_name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varchar(45)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Brand_added_time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33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</a:tbl>
          </a:graphicData>
        </a:graphic>
      </p:graphicFrame>
      <p:graphicFrame>
        <p:nvGraphicFramePr>
          <p:cNvPr id="681" name="Google Shape;681;p12"/>
          <p:cNvGraphicFramePr/>
          <p:nvPr/>
        </p:nvGraphicFramePr>
        <p:xfrm>
          <a:off x="678241" y="34501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{3BA8AE56-EEFD-4403-8751-B0C793F32BB5}</a:tableStyleId>
              </a:tblPr>
              <a:tblGrid>
                <a:gridCol w="1618550"/>
                <a:gridCol w="1170725"/>
              </a:tblGrid>
              <a:tr h="330850">
                <a:tc>
                  <a:txBody>
                    <a:bodyPr/>
                    <a:lstStyle/>
                    <a:p>
                      <a:pPr indent="0" lvl="0" marL="1905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Color_table</a:t>
                      </a:r>
                      <a:endParaRPr sz="1400" u="none" cap="none" strike="noStrike"/>
                    </a:p>
                  </a:txBody>
                  <a:tcPr marT="52925" marB="42450" marR="81650" marL="81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Color_id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PK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Color_name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varchar(45)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Color_added_time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33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</a:tbl>
          </a:graphicData>
        </a:graphic>
      </p:graphicFrame>
      <p:graphicFrame>
        <p:nvGraphicFramePr>
          <p:cNvPr id="682" name="Google Shape;682;p12"/>
          <p:cNvGraphicFramePr/>
          <p:nvPr/>
        </p:nvGraphicFramePr>
        <p:xfrm>
          <a:off x="648000" y="3830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{3BA8AE56-EEFD-4403-8751-B0C793F32BB5}</a:tableStyleId>
              </a:tblPr>
              <a:tblGrid>
                <a:gridCol w="1618550"/>
                <a:gridCol w="1170725"/>
              </a:tblGrid>
              <a:tr h="330850">
                <a:tc>
                  <a:txBody>
                    <a:bodyPr/>
                    <a:lstStyle/>
                    <a:p>
                      <a:pPr indent="0" lvl="0" marL="1905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/>
                        <a:t>Models_table</a:t>
                      </a:r>
                      <a:endParaRPr b="1" sz="1400" u="none" cap="none" strike="noStrike"/>
                    </a:p>
                  </a:txBody>
                  <a:tcPr marT="52925" marB="42450" marR="81650" marL="81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  <a:tr h="30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Models_id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PK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30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Models_name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30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Models_added_time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30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Brand_id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</a:tbl>
          </a:graphicData>
        </a:graphic>
      </p:graphicFrame>
      <p:graphicFrame>
        <p:nvGraphicFramePr>
          <p:cNvPr id="683" name="Google Shape;683;p12"/>
          <p:cNvGraphicFramePr/>
          <p:nvPr/>
        </p:nvGraphicFramePr>
        <p:xfrm>
          <a:off x="3898081" y="3729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{3BA8AE56-EEFD-4403-8751-B0C793F32BB5}</a:tableStyleId>
              </a:tblPr>
              <a:tblGrid>
                <a:gridCol w="1618550"/>
                <a:gridCol w="1172150"/>
              </a:tblGrid>
              <a:tr h="330850">
                <a:tc>
                  <a:txBody>
                    <a:bodyPr/>
                    <a:lstStyle/>
                    <a:p>
                      <a:pPr indent="0" lvl="0" marL="1905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/>
                        <a:t>Material_table</a:t>
                      </a:r>
                      <a:endParaRPr b="1" sz="1400" u="none" cap="none" strike="noStrike"/>
                    </a:p>
                  </a:txBody>
                  <a:tcPr marT="52925" marB="42450" marR="81650" marL="81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Material_id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PK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Material_name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varchar(45)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Material_added_time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</a:tbl>
          </a:graphicData>
        </a:graphic>
      </p:graphicFrame>
      <p:graphicFrame>
        <p:nvGraphicFramePr>
          <p:cNvPr id="684" name="Google Shape;684;p12"/>
          <p:cNvGraphicFramePr/>
          <p:nvPr/>
        </p:nvGraphicFramePr>
        <p:xfrm>
          <a:off x="672481" y="20303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{3BA8AE56-EEFD-4403-8751-B0C793F32BB5}</a:tableStyleId>
              </a:tblPr>
              <a:tblGrid>
                <a:gridCol w="1618550"/>
                <a:gridCol w="1172150"/>
              </a:tblGrid>
              <a:tr h="330850">
                <a:tc>
                  <a:txBody>
                    <a:bodyPr/>
                    <a:lstStyle/>
                    <a:p>
                      <a:pPr indent="0" lvl="0" marL="1905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/>
                        <a:t>Faults_table</a:t>
                      </a:r>
                      <a:endParaRPr b="1" sz="1400" u="none" cap="none" strike="noStrike"/>
                    </a:p>
                  </a:txBody>
                  <a:tcPr marT="52925" marB="42450" marR="81650" marL="81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Faults_id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PK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Faults_name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Faults_added_time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Product_id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0" name="Google Shape;690;p13"/>
          <p:cNvGraphicFramePr/>
          <p:nvPr/>
        </p:nvGraphicFramePr>
        <p:xfrm>
          <a:off x="4650538" y="112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{94D6555D-DBA9-4041-95C4-C15AC7A14155}</a:tableStyleId>
              </a:tblPr>
              <a:tblGrid>
                <a:gridCol w="2013025"/>
                <a:gridCol w="1093075"/>
              </a:tblGrid>
              <a:tr h="330850">
                <a:tc>
                  <a:txBody>
                    <a:bodyPr/>
                    <a:lstStyle/>
                    <a:p>
                      <a:pPr indent="0" lvl="0" marL="1905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/>
                        <a:t>Complaints_table</a:t>
                      </a:r>
                      <a:endParaRPr b="1" sz="1400" u="none" cap="none" strike="noStrike"/>
                    </a:p>
                  </a:txBody>
                  <a:tcPr marT="52925" marB="42450" marR="81650" marL="816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Complaints_id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PK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Complaints_details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Complaints_added_time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Complaints_attachments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User_id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Product_id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Faults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 FK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1" name="Google Shape;691;p13"/>
          <p:cNvGraphicFramePr/>
          <p:nvPr/>
        </p:nvGraphicFramePr>
        <p:xfrm>
          <a:off x="822224" y="4721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{94D6555D-DBA9-4041-95C4-C15AC7A14155}</a:tableStyleId>
              </a:tblPr>
              <a:tblGrid>
                <a:gridCol w="1721275"/>
                <a:gridCol w="1073775"/>
              </a:tblGrid>
              <a:tr h="330850">
                <a:tc>
                  <a:txBody>
                    <a:bodyPr/>
                    <a:lstStyle/>
                    <a:p>
                      <a:pPr indent="0" lvl="0" marL="1905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/>
                        <a:t>Enquirers_table</a:t>
                      </a:r>
                      <a:endParaRPr b="1" sz="1400" u="none" cap="none" strike="noStrike"/>
                    </a:p>
                  </a:txBody>
                  <a:tcPr marT="52925" marB="42450" marR="81650" marL="816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Enquirers_id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PK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Enquirers_data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Enquirers_added_time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User_id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FK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Category_id</a:t>
                      </a:r>
                      <a:endParaRPr sz="12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Int   FK</a:t>
                      </a:r>
                      <a:endParaRPr sz="12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Faults_id</a:t>
                      </a:r>
                      <a:endParaRPr sz="1200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Int   FK</a:t>
                      </a:r>
                      <a:endParaRPr sz="12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2" name="Google Shape;692;p13"/>
          <p:cNvGraphicFramePr/>
          <p:nvPr/>
        </p:nvGraphicFramePr>
        <p:xfrm>
          <a:off x="821490" y="28539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{94D6555D-DBA9-4041-95C4-C15AC7A14155}</a:tableStyleId>
              </a:tblPr>
              <a:tblGrid>
                <a:gridCol w="1728700"/>
                <a:gridCol w="1067800"/>
              </a:tblGrid>
              <a:tr h="330850">
                <a:tc>
                  <a:txBody>
                    <a:bodyPr/>
                    <a:lstStyle/>
                    <a:p>
                      <a:pPr indent="0" lvl="0" marL="1905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/>
                        <a:t>Discounts_table</a:t>
                      </a:r>
                      <a:endParaRPr b="1" sz="1400" u="none" cap="none" strike="noStrike"/>
                    </a:p>
                  </a:txBody>
                  <a:tcPr marT="52925" marB="42450" marR="81650" marL="816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imes New Roman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97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Discounts_id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PK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Discounts_name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Discounts_percentage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double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Discounts_amount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double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Discounts_added_time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Product_id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/>
                        <a:t>Int     FK</a:t>
                      </a:r>
                      <a:endParaRPr sz="1400" u="none" cap="none" strike="noStrike"/>
                    </a:p>
                  </a:txBody>
                  <a:tcPr marT="52925" marB="42450" marR="81650" marL="81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8" name="Google Shape;698;p14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{94D6555D-DBA9-4041-95C4-C15AC7A14155}</a:tableStyleId>
              </a:tblPr>
              <a:tblGrid>
                <a:gridCol w="2490950"/>
                <a:gridCol w="1292775"/>
              </a:tblGrid>
              <a:tr h="36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Complaints_approvel_table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Complaints_approvel_id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       PK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Complaints_approvel_status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Complaints_table_id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          	FK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Complaints_approvel_price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Double	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Complaints_approvel_time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Complaints_approvel_user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Complaints_approvel_admin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9" name="Google Shape;699;p14"/>
          <p:cNvGraphicFramePr/>
          <p:nvPr/>
        </p:nvGraphicFramePr>
        <p:xfrm>
          <a:off x="4477407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{94D6555D-DBA9-4041-95C4-C15AC7A14155}</a:tableStyleId>
              </a:tblPr>
              <a:tblGrid>
                <a:gridCol w="2755750"/>
                <a:gridCol w="1628825"/>
              </a:tblGrid>
              <a:tr h="37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Parts_table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Parts_id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        	PK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Parts_name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Products_id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        	FK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Category_id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        	FK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Parts_image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Parts_price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Double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Parts_added_time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4" name="Google Shape;704;gadb88e79ef_0_11"/>
          <p:cNvGraphicFramePr/>
          <p:nvPr/>
        </p:nvGraphicFramePr>
        <p:xfrm>
          <a:off x="634700" y="55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{94D6555D-DBA9-4041-95C4-C15AC7A14155}</a:tableStyleId>
              </a:tblPr>
              <a:tblGrid>
                <a:gridCol w="3096075"/>
                <a:gridCol w="1341650"/>
              </a:tblGrid>
              <a:tr h="37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Enquiries_replay_table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Enquiries_replay_id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    	PK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Enquiries_id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    	FK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Enquiries_replay_respond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Enquiries_replay_added_time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Enquiries_replay_parent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5">
      <a:dk1>
        <a:srgbClr val="282F39"/>
      </a:dk1>
      <a:lt1>
        <a:srgbClr val="FFFFFF"/>
      </a:lt1>
      <a:dk2>
        <a:srgbClr val="000000"/>
      </a:dk2>
      <a:lt2>
        <a:srgbClr val="EEEEEE"/>
      </a:lt2>
      <a:accent1>
        <a:srgbClr val="C2C923"/>
      </a:accent1>
      <a:accent2>
        <a:srgbClr val="42AFB6"/>
      </a:accent2>
      <a:accent3>
        <a:srgbClr val="074D67"/>
      </a:accent3>
      <a:accent4>
        <a:srgbClr val="CB1B4A"/>
      </a:accent4>
      <a:accent5>
        <a:srgbClr val="FCB414"/>
      </a:accent5>
      <a:accent6>
        <a:srgbClr val="007A7D"/>
      </a:accent6>
      <a:hlink>
        <a:srgbClr val="1EB7E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indocosmo</dc:creator>
</cp:coreProperties>
</file>